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635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Prompt"/>
              </a:rPr>
              <a:t>Thai Localization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FDAEC"/>
                </a:solidFill>
                <a:latin typeface="Prompt"/>
              </a:rPr>
              <a:t>ต่อยอด WS-Sale-App รองรับบัญชีไทย &amp; องค์กรธุรกิจไทยเต็มรูปแบบ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BA7517"/>
                </a:solidFill>
                <a:latin typeface="Prompt"/>
              </a:rPr>
              <a:t>Future Scope · เอกสารแยกจากชุดส่งมอบหลัก (ยังไม่ implement)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FDAEC"/>
                </a:solidFill>
                <a:latin typeface="Prompt"/>
              </a:rPr>
              <a:t>WHY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ompt"/>
              </a:rPr>
              <a:t>เป้าหมายเชิงผลิตภัณฑ์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Prompt"/>
              </a:rPr>
              <a:t>ปัจจุบัน: เป็น operational layer ที่ไม่ทำบัญชีเอง (WINSpeed ออกใบกำกับ/GL) — เหมาะลูกค้าที่ใช้ WINSpeed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C447C"/>
                </a:solidFill>
                <a:latin typeface="Prompt"/>
              </a:rPr>
              <a:t>เพื่อขายลูกค้ารายอื่น ต้องเพิ่ม 2 ทาง: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Prompt"/>
              </a:rPr>
              <a:t>A) Accounting Adapter — เชื่อมระบบบัญชีไทยยอดนิยมแทน WINSpeed (PEAK/FlowAccount/Express/SAP B1/D365)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Prompt"/>
              </a:rPr>
              <a:t>B) Thai Tax/Compliance Core — VAT/WHT/e-Tax/ภพ.30/ภงด. ในตัว เมื่อลูกค้าไม่มี ERP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FDAEC"/>
                </a:solidFill>
                <a:latin typeface="Prompt"/>
              </a:rPr>
              <a:t>PHASING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ompt"/>
              </a:rPr>
              <a:t>เฟส L1–L5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280160" cy="841248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463040"/>
            <a:ext cx="9464040" cy="8412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463040"/>
            <a:ext cx="9144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rompt"/>
              </a:rPr>
              <a:t>Thai Tax Core — VAT/WHT/ใบกำกับ/CN-DN + multi-branch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14016"/>
            <a:ext cx="1280160" cy="841248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14016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/>
              </a:rPr>
              <a:t>L2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414016"/>
            <a:ext cx="9464040" cy="8412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2414016"/>
            <a:ext cx="9144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rompt"/>
              </a:rPr>
              <a:t>e-Tax Invoice/e-Receipt + e-WHT + RD e-Filing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64992"/>
            <a:ext cx="1280160" cy="841248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64992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/>
              </a:rPr>
              <a:t>L3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3364992"/>
            <a:ext cx="9464040" cy="8412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3364992"/>
            <a:ext cx="9144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rompt"/>
              </a:rPr>
              <a:t>Accounting Adapter (PEAK/FlowAccount/SAP B1/D365) + GL mapping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15968"/>
            <a:ext cx="1280160" cy="841248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15968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/>
              </a:rPr>
              <a:t>L4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4315968"/>
            <a:ext cx="9464040" cy="8412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4315968"/>
            <a:ext cx="9144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rompt"/>
              </a:rPr>
              <a:t>Thai Accounting Core (GL/ผังบัญชี/งบ/DBD) + costing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66944"/>
            <a:ext cx="1280160" cy="841248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66944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/>
              </a:rPr>
              <a:t>L5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5266944"/>
            <a:ext cx="9464040" cy="8412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5266944"/>
            <a:ext cx="91440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rompt"/>
              </a:rPr>
              <a:t>Multi-tenant productization + localization pack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635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Prompt"/>
              </a:rPr>
              <a:t>เริ่มเมื่อมีลูกค้า/สัญญายืนยันเฟส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FDAEC"/>
                </a:solidFill>
                <a:latin typeface="Prompt"/>
              </a:rPr>
              <a:t>เอกสารนี้เพื่อวางแผนเชิงพาณิชย์ · ไม่อยู่ในขอบเขต implement ปัจจุบัน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