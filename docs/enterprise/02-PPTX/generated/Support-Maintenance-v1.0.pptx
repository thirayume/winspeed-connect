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Maintenance — Technical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Support · Maintenance · DevOps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สถาปัตยกรรมระบบ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Work-process (Swimlane)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 State Machine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Rebate Sequence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ERD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UML — Rebate Domain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สถาปัตยกรรมระบบ</a:t>
            </a:r>
            <a:endParaRPr lang="en-US" sz="2600" dirty="0"/>
          </a:p>
        </p:txBody>
      </p:sp>
      <p:pic>
        <p:nvPicPr>
          <p:cNvPr id="3" name="Image 0" descr="L:\My Drive\World Fert\docs\enterprise\pipeline\diagrams\01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ชั้น: App (React+Express) · wf schema · WINSpeed dbo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TruckScale (MySQL) bridge · sync ทางเดียว dbo→wf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 3 ชั้น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Work-process (Swimlane)</a:t>
            </a:r>
            <a:endParaRPr lang="en-US" sz="2600" dirty="0"/>
          </a:p>
        </p:txBody>
      </p:sp>
      <p:pic>
        <p:nvPicPr>
          <p:cNvPr id="3" name="Image 0" descr="L:\My Drive\World Fert\docs\enterprise\pipeline\diagrams\07-swimlane-order-to-c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ข้ามบทบาท: Sales → Warehouse → Weighbridge → Accounting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· Order-to-Cash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State Machine</a:t>
            </a:r>
            <a:endParaRPr lang="en-US" sz="2600" dirty="0"/>
          </a:p>
        </p:txBody>
      </p:sp>
      <p:pic>
        <p:nvPicPr>
          <p:cNvPr id="3" name="Image 0" descr="L:\My Drive\World Fert\docs\enterprise\pipeline\diagrams\02-so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Draft→Confirmed→Picking→Loaded→Shipped→Closed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 SO ผ่าน cancel + create ใหม่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วงจรใบสั่งขาย (SO Lifecycle)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Rebate Sequence</a:t>
            </a:r>
            <a:endParaRPr lang="en-US" sz="2600" dirty="0"/>
          </a:p>
        </p:txBody>
      </p:sp>
      <p:pic>
        <p:nvPicPr>
          <p:cNvPr id="3" name="Image 0" descr="L:\My Drive\World Fert\docs\enterprise\pipeline\diagrams\04-rebate-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sp_ConfirmSalesOrder → weigh-out → bookRebateAccrual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consume/claim FIFO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Sequence (weigh → accrual)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ERD</a:t>
            </a:r>
            <a:endParaRPr lang="en-US" sz="2600" dirty="0"/>
          </a:p>
        </p:txBody>
      </p:sp>
      <p:pic>
        <p:nvPicPr>
          <p:cNvPr id="3" name="Image 0" descr="L:\My Drive\World Fert\docs\enterprise\pipeline\diagrams\05-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WFCoupon/WFRedemtion (dbo) · RebatePool/Ledger/Usage/Claim (wf)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DocuID · CouponID · SOInvID · SoId · LedgerId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(wf + dbo)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— Rebate Domain</a:t>
            </a:r>
            <a:endParaRPr lang="en-US" sz="2600" dirty="0"/>
          </a:p>
        </p:txBody>
      </p:sp>
      <p:pic>
        <p:nvPicPr>
          <p:cNvPr id="3" name="Image 0" descr="L:\My Drive\World Fert\docs\enterprise\pipeline\diagrams\08-uml-rebate-do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RebatePool 1—* RebateLedger 1—* RebateUsage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RebatePool 1—* RebateClaim (CnDocuNo)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Rebate Domain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Support · Maintenance · DevOps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