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188720"/>
            <a:ext cx="4023360" cy="4023360"/>
          </a:xfrm>
          <a:prstGeom prst="ellipse">
            <a:avLst/>
          </a:prstGeom>
          <a:solidFill>
            <a:srgbClr val="0C447C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480560"/>
            <a:ext cx="2743200" cy="2743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94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Fert · WS-Sale-App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— ภาพรวมระบบ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58368" y="40233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4023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ผู้ใช้ทุก Role (All-hands)   ·   App 1.0.0   ·   21 ก.ค. 2569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0584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WS-Sale-App คืออะไร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วงจรใบสั่งขาย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ระบบรีเบท/คูปอง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บทบาทผู้ใช้ (RBAC)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WS-Sale-App คืออะไร</a:t>
            </a:r>
            <a:endParaRPr lang="en-US" sz="2600" dirty="0"/>
          </a:p>
        </p:txBody>
      </p:sp>
      <p:pic>
        <p:nvPicPr>
          <p:cNvPr id="3" name="Image 0" descr="L:\My Drive\World Fert\docs\enterprise\pipeline\diagrams\01-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80160"/>
            <a:ext cx="731520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01000" y="128016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0" y="1508760"/>
            <a:ext cx="3246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จัดการใบสั่งขาย · คลัง · ชั่งน้ำหนัก · รีเบท/คูปอง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ต่อยอดบน WINSpeed ERP โดยไม่แตะข้อมูลเดิม (dbo READ-ONLY)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Tablet-first · 21 หน้าจอ · 7 บทบาท (RBAC)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สถาปัตยกรรมระบบ 3 ชั้น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วงจรใบสั่งขาย</a:t>
            </a:r>
            <a:endParaRPr lang="en-US" sz="2600" dirty="0"/>
          </a:p>
        </p:txBody>
      </p:sp>
      <p:pic>
        <p:nvPicPr>
          <p:cNvPr id="3" name="Image 0" descr="L:\My Drive\World Fert\docs\enterprise\pipeline\diagrams\02-so-lifecyc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80160"/>
            <a:ext cx="731520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01000" y="128016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0" y="1508760"/>
            <a:ext cx="3246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Confirm → Picking → Loaded → Shipped → Invoice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ชั่งออก (SHIPPED) = จุดตั้งรีเบทอัตโนมัติ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วงจรใบสั่งขาย (SO Lifecycle)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ระบบรีเบท/คูปอง</a:t>
            </a:r>
            <a:endParaRPr lang="en-US" sz="2600" dirty="0"/>
          </a:p>
        </p:txBody>
      </p:sp>
      <p:pic>
        <p:nvPicPr>
          <p:cNvPr id="3" name="Image 0" descr="L:\My Drive\World Fert\docs\enterprise\pipeline\diagrams\03-rebate-coupon-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80160"/>
            <a:ext cx="731520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01000" y="128016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0" y="1508760"/>
            <a:ext cx="3246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คูปอง (WFCoupon) วัดเป็นตัน · ได้จากออเดอร์ → ใช้บนใบกำกับ → คงเหลือจน 0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รีเบทเงิน: RBT (106) · CN (109) · engine wf (บาท)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Rebate / Coupon Flow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บทบาทผู้ใช้ (RBAC)</a:t>
            </a:r>
            <a:endParaRPr lang="en-US" sz="2600" dirty="0"/>
          </a:p>
        </p:txBody>
      </p:sp>
      <p:pic>
        <p:nvPicPr>
          <p:cNvPr id="3" name="Image 0" descr="L:\My Drive\World Fert\docs\enterprise\pipeline\diagrams\06-rb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80160"/>
            <a:ext cx="731520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01000" y="128016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0" y="1508760"/>
            <a:ext cx="3246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· COUNTER_SALES · WAREHOUSE · WEIGHBRIDGE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 · ACCOUNTING · ADMIN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สิทธิ์เห็นเมนู/ยอดรีเบทตามบทบาท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· 7 Roles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ขอบคุณครับ / Thank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49808" y="3749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Fert · WS-Sale-App v1.0 · ผู้ใช้ทุก Role (All-hands)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2026-07-21T14:34:19Z</dcterms:created>
  <dcterms:modified xsi:type="dcterms:W3CDTF">2026-07-21T14:34:19Z</dcterms:modified>
</cp:coreProperties>
</file>