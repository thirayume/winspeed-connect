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023360" cy="402336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480560"/>
            <a:ext cx="2743200" cy="2743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Fert · WS-Sale-App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— คลัง &amp; ชั่งน้ำหนัก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40233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023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WAREHOUSE · WEIGHBRIDGE   ·   App 1.0.0   ·   21 ก.ค. 2569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งานคลัง &amp; ชั่ง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ชั่งออก → รีเบท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งานคลัง &amp; ชั่ง</a:t>
            </a:r>
            <a:endParaRPr lang="en-US" sz="2600" dirty="0"/>
          </a:p>
        </p:txBody>
      </p:sp>
      <p:pic>
        <p:nvPicPr>
          <p:cNvPr id="3" name="Image 0" descr="L:\My Drive\World Fert\docs\enterprise\pipeline\diagrams\07-swimlane-order-to-ca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/ Receiving queue · Visual Truck Loader (ลำดับโหลด)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Inbox: จับคู่ตั๋วชั่ง ↔ SO → SHIPPED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 WeighTicket (gross/tare/net)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 · Order-to-Cash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ชั่งออก → รีเบท</a:t>
            </a:r>
            <a:endParaRPr lang="en-US" sz="2600" dirty="0"/>
          </a:p>
        </p:txBody>
      </p:sp>
      <p:pic>
        <p:nvPicPr>
          <p:cNvPr id="3" name="Image 0" descr="L:\My Drive\World Fert\docs\enterprise\pipeline\diagrams\04-rebate-sequ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weigh-out ทริกเกอร์ bookRebateAccrual อัตโนมัติ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TruckScale = READ-ONLY (MySQL bridge)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 Sequence (weigh → accrual)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ขอบคุณครับ / 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Fert · WS-Sale-App v1.0 · WAREHOUSE · WEIGHBRIDGE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2026-07-21T14:34:19Z</dcterms:created>
  <dcterms:modified xsi:type="dcterms:W3CDTF">2026-07-21T14:34:19Z</dcterms:modified>
</cp:coreProperties>
</file>