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023360" cy="402336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480560"/>
            <a:ext cx="2743200" cy="2743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— บัญชี/การเงิน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40233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ACCOUNTING   ·   App 1.0.0   ·   21 ก.ค. 2569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งานบัญชี/การเงิน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โครงข้อมูลรีเบท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งานบัญชี/การเงิน</a:t>
            </a:r>
            <a:endParaRPr lang="en-US" sz="2600" dirty="0"/>
          </a:p>
        </p:txBody>
      </p:sp>
      <p:pic>
        <p:nvPicPr>
          <p:cNvPr id="3" name="Image 0" descr="L:\My Drive\World Fert\docs\enterprise\pipeline\diagrams\03-rebate-coupon-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รีเบท: Pool/Ledger · เคลม FIFO → CN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Rebate (SOInvHD 109) · ผูก RefSOID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กระทบยอด (Recon) SO ↔ WINSpeed · รายงาน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 / Coupon Flow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โครงข้อมูลรีเบท</a:t>
            </a:r>
            <a:endParaRPr lang="en-US" sz="2600" dirty="0"/>
          </a:p>
        </p:txBody>
      </p:sp>
      <p:pic>
        <p:nvPicPr>
          <p:cNvPr id="3" name="Image 0" descr="L:\My Drive\World Fert\docs\enterprise\pipeline\diagrams\05-e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WFCoupon → WFRedemtion (ตัน)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wf.RebatePool/Ledger/Usage/Claim (บาท)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(wf + dbo)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 / 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 v1.0 · ACCOUNTING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2026-07-21T14:34:19Z</dcterms:created>
  <dcterms:modified xsi:type="dcterms:W3CDTF">2026-07-21T14:34:19Z</dcterms:modified>
</cp:coreProperties>
</file>