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188720"/>
            <a:ext cx="4023360" cy="4023360"/>
          </a:xfrm>
          <a:prstGeom prst="ellipse">
            <a:avLst/>
          </a:prstGeom>
          <a:solidFill>
            <a:srgbClr val="0C447C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480560"/>
            <a:ext cx="2743200" cy="2743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Fert · WS-Sale-App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— ผู้ดูแลระบบ (Admin)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58368" y="40233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4023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ADMIN   ·   App 1.0.0   ·   21 ก.ค. 2569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058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งานผู้ดูแลระบบ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สถาปัตยกรรมที่ต้องรู้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งานผู้ดูแลระบบ</a:t>
            </a:r>
            <a:endParaRPr lang="en-US" sz="2600" dirty="0"/>
          </a:p>
        </p:txBody>
      </p:sp>
      <p:pic>
        <p:nvPicPr>
          <p:cNvPr id="3" name="Image 0" descr="L:\My Drive\World Fert\docs\enterprise\pipeline\diagrams\06-rb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73152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28016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0" y="1508760"/>
            <a:ext cx="3246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ข้อมูลหลัก: ลูกค้า/สินค้า/ราคา/รถ · Price Book (5-level color)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ผู้ใช้/บทบาท · นโยบายอนุมัติ · PDPA/Governance (audit)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สถานะระบบ (Ops)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· 7 Roles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44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สถาปัตยกรรมที่ต้องรู้</a:t>
            </a:r>
            <a:endParaRPr lang="en-US" sz="2600" dirty="0"/>
          </a:p>
        </p:txBody>
      </p:sp>
      <p:pic>
        <p:nvPicPr>
          <p:cNvPr id="3" name="Image 0" descr="L:\My Drive\World Fert\docs\enterprise\pipeline\diagrams\01-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73152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28016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0" y="1508760"/>
            <a:ext cx="3246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dbo READ-ONLY · wf writable · TruckScale bridge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ออกโดย WINSpeed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สถาปัตยกรรมระบบ 3 ชั้น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ขอบคุณครับ / 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49808" y="3749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Fert · WS-Sale-App v1.0 · ADMIN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2026-07-21T14:34:19Z</dcterms:created>
  <dcterms:modified xsi:type="dcterms:W3CDTF">2026-07-21T14:34:19Z</dcterms:modified>
</cp:coreProperties>
</file>