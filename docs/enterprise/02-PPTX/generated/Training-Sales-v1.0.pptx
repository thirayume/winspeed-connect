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ฝ่ายขาย (Sales)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SALES · COUNTER_SALES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งานหลักของฝ่ายขาย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รีเบทสำหรับการขาย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งานหลักของฝ่ายขาย</a:t>
            </a:r>
            <a:endParaRPr lang="en-US" sz="2600" dirty="0"/>
          </a:p>
        </p:txBody>
      </p:sp>
      <p:pic>
        <p:nvPicPr>
          <p:cNvPr id="3" name="Image 0" descr="L:\My Drive\World Fert\docs\enterprise\pipeline\diagrams\02-so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สร้างใบสั่งขาย (I/K) · Multi-bill ในรถคันเดียว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ใบเสนอราคา → แปลงเป็น SO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ราคาต่ำกว่า NET เกิน 500 → ต้องอนุมัติ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เบิกตั๋วคุม (AI) → ตัดจาก WFCoupon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วงจรใบสั่งขาย (SO Lifecycle)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รีเบทสำหรับการขาย</a:t>
            </a:r>
            <a:endParaRPr lang="en-US" sz="2600" dirty="0"/>
          </a:p>
        </p:txBody>
      </p:sp>
      <p:pic>
        <p:nvPicPr>
          <p:cNvPr id="3" name="Image 0" descr="L:\My Drive\World Fert\docs\enterprise\pipeline\diagrams\03-rebate-coupon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ขายเกิน NET → สะสมรีเบท (ตอนชั่งออก)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ใช้รีเบทเป็นส่วนลดออเดอร์ถัดไป (FIFO)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ยอดรีเบทเห็นตามสิทธิ์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/ Coupon Flow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SALES · COUNTER_SALES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