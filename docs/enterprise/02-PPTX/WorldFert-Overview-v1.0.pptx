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2926080" cy="2926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Documentation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58368" y="3977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v1.0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· Warehouse Execution · Rebate/Coupon Management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1.0.0   ·   21 กรกฎาคม 2569 (21 July 2026)   · 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ภาพรวมระบบ (System Overview)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แพลตฟอร์มจัดการใบสั่งขาย คลังสินค้า และรีเบท/คูปอง บนฐาน WINSpeed ERP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ครอบคลุม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645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· Quotation · Warehouse/Picking · Weighbridge · Paper Trail · Rebate/Coupon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606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· Express · SQL Server (WINSpeed dbo + wf) · MySQL bridge (TruckScale)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3566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บทบาท (RBAC) ตั้งแต่ SALES ถึง ADMIN บน tablet-first UI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074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125,189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ใบสั่งขายในระบบ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5074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111,192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338328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คูปอง (Coupon)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5074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94360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หน้าจอ (Screens)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5074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50392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บทบาท (Roles)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สถาปัตยกรรม 3 ชั้น (Layered, Non-Invasive)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แยกส่วน App ออกจาก ERP โดยไม่แตะข้อมูลเดิม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0C447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WINSpeed  ·  dbo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เดิม — READ-ONLY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ออเดอร์ · คูปอง · AR · GL · ราคา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828800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 ·  wf schema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ส่วนที่พัฒนาใหม่ (เขียนได้)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34747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draft · Rebate engine · Audit · Users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28800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TruckScale bridge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820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READ-ONLY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34747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น้ำหนักชั่ง → Weigh Inbox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กติกา: dbo = READ-ONLY · GL ออกโดย WINSpeed · sync ทางเดียว dbo → wf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วงจรใบสั่งขาย (SO Lifecycle)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DocuType mapping ระหว่าง App ↔ WINSpeed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2743200"/>
            <a:ext cx="685800" cy="68580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743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ร่าง (103)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09928" y="2990088"/>
            <a:ext cx="658368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2898648" y="274320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2898648" y="2743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95728" y="3520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95728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02736" y="2990088"/>
            <a:ext cx="658368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791456" y="2743200"/>
            <a:ext cx="685800" cy="68580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2743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88536" y="3520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88536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หยิบสินค้า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95544" y="2990088"/>
            <a:ext cx="658368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684264" y="274320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684264" y="2743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81344" y="3520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81344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โหลดขึ้นรถ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88352" y="2990088"/>
            <a:ext cx="658368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577072" y="2743200"/>
            <a:ext cx="685800" cy="68580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25" name="Text 23"/>
          <p:cNvSpPr/>
          <p:nvPr/>
        </p:nvSpPr>
        <p:spPr>
          <a:xfrm>
            <a:off x="8577072" y="2743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74152" y="3520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74152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ชั่งออก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81160" y="2990088"/>
            <a:ext cx="658368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69880" y="274320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10469880" y="2743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966960" y="3520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66960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ปิดบิล (107)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93776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51663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ชั่งออก (SHIPPED)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trigger การสะสมรีเบท (bookRebateAccrual) และเชื่อม WeighTicket จาก TruckScale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ระบบ Rebate / Coupon (WINSpeed native)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→ use → คงเหลือจนเป็น 0 · วัดเป็นตัน (มีมิติบาทผ่าน GoodPrice)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2468880" cy="1280160"/>
          </a:xfrm>
          <a:prstGeom prst="roundRect">
            <a:avLst>
              <a:gd name="adj" fmla="val 6429"/>
            </a:avLst>
          </a:prstGeom>
          <a:solidFill>
            <a:srgbClr val="0C447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SOHD 104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ออเดอร์ต้นทาง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72968" y="2587752"/>
            <a:ext cx="329184" cy="219456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3520440" y="2057400"/>
            <a:ext cx="2468880" cy="1280160"/>
          </a:xfrm>
          <a:prstGeom prst="roundRect">
            <a:avLst>
              <a:gd name="adj" fmla="val 6429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WFCoupon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คูปอง (GET) RemaQty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07608" y="2587752"/>
            <a:ext cx="329184" cy="219456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2057400"/>
            <a:ext cx="2468880" cy="1280160"/>
          </a:xfrm>
          <a:prstGeom prst="roundRect">
            <a:avLst>
              <a:gd name="adj" fmla="val 6429"/>
            </a:avLst>
          </a:prstGeom>
          <a:solidFill>
            <a:srgbClr val="0C447C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WFRedemtion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ตัดใช้ (USE)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42248" y="2587752"/>
            <a:ext cx="329184" cy="219456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16" name="Shape 14"/>
          <p:cNvSpPr/>
          <p:nvPr/>
        </p:nvSpPr>
        <p:spPr>
          <a:xfrm>
            <a:off x="9189720" y="2057400"/>
            <a:ext cx="2468880" cy="1280160"/>
          </a:xfrm>
          <a:prstGeom prst="roundRect">
            <a:avLst>
              <a:gd name="adj" fmla="val 6429"/>
            </a:avLst>
          </a:prstGeom>
          <a:solidFill>
            <a:srgbClr val="0C447C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SOInv 107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ใบกำกับที่ใช้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111,192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คูปองในระบบ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297680" y="4114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~111,182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29768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ใช้หมด (RemaQty=0)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1148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RemaQty → 0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772400" y="4892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ทยอยตัดจนหมด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WFCoupon.DocuID = SOHD.SOID · WFRedemtionDT.CouponID = WFCoupon.CouponID · WFRedemtionDT.SOInvID = SOInvHD.SOInvID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114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111,192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772400" y="41148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RemaQty → 0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กลไก Rebate ที่ต้องแยกให้ชัด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 = คูปอง (ตัน) · ส่วน RBT/CN = credit note (บาท) · wf = engine ของ 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9385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WFCoupon → Redemtion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3957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dbo · ตัน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ผูกออเดอร์ครบ · ~111k · หลัก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411480" cy="41148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19385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RBT (SOInvHD 106)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3957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dbo · บาท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788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 พิมพ์มือ · ไม่ผูก · 953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148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4087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(SOInvHD 109)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5445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dbo · บาท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ผูก RefSOID · 87 (2013–14)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14800"/>
            <a:ext cx="411480" cy="411480"/>
          </a:xfrm>
          <a:prstGeom prst="ellipse">
            <a:avLst/>
          </a:prstGeom>
          <a:solidFill>
            <a:srgbClr val="7A5AA6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4087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 engine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5445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 · บาท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937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earn/use/claim · ยังไม่ต่อ dbo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บทบาทผู้ใช้ (RBAC · 7 Roles)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สิทธิ์การเห็นเมนู/ข้อมูลตามบทบาท (เช่น ยอดรีเบทเห็นเฉพาะ ACCOUNTING/ADMIN/MANAGER)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0C447C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0116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COUNTER_SALES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0116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0" y="201168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0C447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20116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WEIGHBRIDGE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6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4720" y="356616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0C447C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566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356616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566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โมดูล/หน้าจอ (21 Screens · 5 กลุ่มเมนู)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source-aligned กับ src/components/* — มี Test Catalog กำกับ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AF1FA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08960" y="1691640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ขาย/POS · เสนอราคา · คลัง · Paper Trail · ตั๋วคงค้าง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0604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การเงิน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2606040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รีเบท(App) · Rebate Plan · CN Rebate · ของแถม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AF1FA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52044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บัญชี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3520440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บัญชี · กระทบยอด · รายงาน · ชุดตั๋วคุม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43484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คลัง/ชั่ง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4434840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TruckScale · Weigh Inbox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AF1FA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34924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ตั้งค่าระบบ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08960" y="5349240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ข้อมูลหลัก · นโยบายอนุมัติ · กำกับข้อมูล(PDPA) · สถานะระบบ · ผู้ใช้งาน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คุณภาพ &amp; การทดสอบ (QA)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Catalog ตรงกับ UI ปัจจุบัน + smoke tests อัตโนมัติ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จอใน Test Catalog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2011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56616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9224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suites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35440" y="2011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23544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errors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0972800" cy="219456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8862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Catalog ดึงหน้าจอจริงจาก source → กันปัญหา test ไม่ตรง UI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Log template ผูก TC-ID + app version ทุกครั้ง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เตือนอัตโนมัติเมื่อมีหน้าจอใหม่ที่ยังไม่มี test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smoke:queries / smoke:api / smoke:api:local รันซ้ำได้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Doc-Sync Pipeline &amp; Version 1.0.0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= source of truth → สร้าง docx/manifest อัตโนมัติ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3000" y="2103120"/>
            <a:ext cx="640080" cy="64008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331720"/>
            <a:ext cx="658368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3035808" y="21031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3035808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32888" y="2834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stamp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21608" y="2331720"/>
            <a:ext cx="658368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928616" y="2103120"/>
            <a:ext cx="640080" cy="64008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13" name="Text 11"/>
          <p:cNvSpPr/>
          <p:nvPr/>
        </p:nvSpPr>
        <p:spPr>
          <a:xfrm>
            <a:off x="4928616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25696" y="2834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check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14416" y="2331720"/>
            <a:ext cx="658368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21424" y="21031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821424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18504" y="2834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drift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07224" y="2331720"/>
            <a:ext cx="658368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714232" y="2103120"/>
            <a:ext cx="640080" cy="64008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21" name="Text 19"/>
          <p:cNvSpPr/>
          <p:nvPr/>
        </p:nvSpPr>
        <p:spPr>
          <a:xfrm>
            <a:off x="8714232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11312" y="2834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docx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00032" y="2331720"/>
            <a:ext cx="658368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07040" y="21031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6070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104120" y="2834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84048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→ 1.0.0   </a:t>
            </a:r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(package.json ×3) + เอกสารทั้งชุด v1.0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47548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รันเมื่อ: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 markdown ทั่วไป · ขึ้น major version (-Version) · deploy production (-Deploy บังคับ docs=app)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5440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semver: 1.0.0 &lt; 5.0.25 — ปรับ deploy/CI/migration ให้สอดคล้อง baseline ใหม่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Backlog (Section 09)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งานที่วางแผนแล้วยังไม่พัฒนา + ประเด็นเปิด — เก็บไว้ให้เห็นชัด ไม่ฝัง archive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01368"/>
            <a:ext cx="457200" cy="45720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Localization Roadmap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17830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แผนบัญชี/localization ไทย — วางแผนแล้ว ยังไม่พัฒนา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Issues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26517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ประเด็นค้าง/known issues — เปิด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38728"/>
            <a:ext cx="457200" cy="45720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520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Decisions Register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35204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การตัดสินใจที่ยังไม่ปิด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07408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389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&amp; Risk Register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77840" y="43891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ส่วนต่างรุ่น + ความเสี่ยง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76088"/>
            <a:ext cx="457200" cy="45720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257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open items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52578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งานค้างจากการวิเคราะห์ยุคแรก — ทบทวน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097280"/>
            <a:ext cx="3108960" cy="31089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Documentation v1.0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49808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ฉบับสมบูรณ์ชุดเดียว · Single Source of Truth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00-GOVERNANCE → 09-ROADMAP  ·  docx · pptx · drawio · diagrams · UI · ISO records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Co., Ltd.   ·   21 กรกฎาคม 2569   ·   App 1.0.0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2026-07-21T13:48:01Z</dcterms:created>
  <dcterms:modified xsi:type="dcterms:W3CDTF">2026-07-21T13:48:01Z</dcterms:modified>
</cp:coreProperties>
</file>