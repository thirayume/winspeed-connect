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dat" ContentType="application/x-fontdata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00b8612178ba44ca" /><Relationship Type="http://schemas.openxmlformats.org/officeDocument/2006/relationships/extended-properties" Target="/docProps/app.xml" Id="R53b261ddc7314a54" /><Relationship Type="http://schemas.openxmlformats.org/officeDocument/2006/relationships/officeDocument" Target="/ppt/presentation.xml" Id="R7a4f7fe74c4940c9" /></Relationships>
</file>

<file path=ppt/presentation.xml><?xml version="1.0" encoding="utf-8"?>
<p:presentation xmlns:p="http://schemas.openxmlformats.org/presentationml/2006/main" embedTrueTypeFonts="1" saveSubsetFonts="0">
  <p:sldMasterIdLst>
    <p:sldMasterId xmlns:r="http://schemas.openxmlformats.org/officeDocument/2006/relationships" id="2147483648" r:id="R990566fcc4b54008"/>
  </p:sldMasterIdLst>
  <p:notesMasterIdLst>
    <p:notesMasterId xmlns:r="http://schemas.openxmlformats.org/officeDocument/2006/relationships" r:id="Rad548cb4d23046d3"/>
  </p:notesMasterIdLst>
  <p:sldIdLst>
    <p:sldId xmlns:r="http://schemas.openxmlformats.org/officeDocument/2006/relationships" id="256" r:id="R3828a7d812fa4c38"/>
    <p:sldId xmlns:r="http://schemas.openxmlformats.org/officeDocument/2006/relationships" id="257" r:id="Rb9516815a4ad4c2f"/>
    <p:sldId xmlns:r="http://schemas.openxmlformats.org/officeDocument/2006/relationships" id="258" r:id="R598f898f32684b8a"/>
    <p:sldId xmlns:r="http://schemas.openxmlformats.org/officeDocument/2006/relationships" id="259" r:id="R15bde63212014b94"/>
    <p:sldId xmlns:r="http://schemas.openxmlformats.org/officeDocument/2006/relationships" id="260" r:id="R2511a955947d481e"/>
    <p:sldId xmlns:r="http://schemas.openxmlformats.org/officeDocument/2006/relationships" id="261" r:id="Rd34890fe548f4050"/>
    <p:sldId xmlns:r="http://schemas.openxmlformats.org/officeDocument/2006/relationships" id="262" r:id="Re6cafae9d7fd4178"/>
    <p:sldId xmlns:r="http://schemas.openxmlformats.org/officeDocument/2006/relationships" id="263" r:id="Rcf34100f736f4364"/>
    <p:sldId xmlns:r="http://schemas.openxmlformats.org/officeDocument/2006/relationships" id="264" r:id="R989351e5e5c74f5c"/>
  </p:sldIdLst>
  <p:sldSz cx="12192000" cy="6858000"/>
  <p:notesSz cx="6858000" cy="9144000"/>
  <p:embeddedFontLst>
    <p:embeddedFont>
      <p:font typeface="Inter"/>
      <p:regular xmlns:r="http://schemas.openxmlformats.org/officeDocument/2006/relationships" r:id="Ra74e58cb61774eb3"/>
      <p:bold xmlns:r="http://schemas.openxmlformats.org/officeDocument/2006/relationships" r:id="R076a2907331948e1"/>
    </p:embeddedFont>
    <p:embeddedFont>
      <p:font typeface="Inter Medium"/>
      <p:regular xmlns:r="http://schemas.openxmlformats.org/officeDocument/2006/relationships" r:id="R85f5321386d549cb"/>
    </p:embeddedFont>
    <p:embeddedFont>
      <p:font typeface="Inter SemiBold"/>
      <p:regular xmlns:r="http://schemas.openxmlformats.org/officeDocument/2006/relationships" r:id="R4ad0d948095846ce"/>
      <p:bold xmlns:r="http://schemas.openxmlformats.org/officeDocument/2006/relationships" r:id="Rf51cdb585e654550"/>
    </p:embeddedFont>
    <p:embeddedFont>
      <p:font typeface="OpenAI Sans"/>
      <p:regular xmlns:r="http://schemas.openxmlformats.org/officeDocument/2006/relationships" r:id="R4c6a5f567627497c"/>
      <p:bold xmlns:r="http://schemas.openxmlformats.org/officeDocument/2006/relationships" r:id="Rab221e7dd20347ad"/>
      <p:italic xmlns:r="http://schemas.openxmlformats.org/officeDocument/2006/relationships" r:id="Ra7288c0e05344752"/>
      <p:boldItalic xmlns:r="http://schemas.openxmlformats.org/officeDocument/2006/relationships" r:id="Rae336ca47bb84da1"/>
    </p:embeddedFont>
  </p:embeddedFontLst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p="http://schemas.openxmlformats.org/presentationml/2006/main">
  <p:slideViewPr>
    <p:cSldViewPr snapToGrid="0">
      <p:cViewPr>
        <p:scale>
          <a:sx xmlns:a="http://schemas.openxmlformats.org/drawingml/2006/main" n="1" d="1"/>
          <a:sy xmlns:a="http://schemas.openxmlformats.org/drawingml/2006/main" n="1" d="1"/>
        </p:scale>
        <p:origin x="0" y="0"/>
      </p:cViewPr>
      <p:guideLst/>
    </p:cSldViewPr>
  </p:slideViewPr>
  <p:gridSpacing cx="76200" cy="76200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9e220f5093a24349" /><Relationship Type="http://schemas.openxmlformats.org/officeDocument/2006/relationships/slideMaster" Target="/ppt/slideMasters/slideMaster1.xml" Id="R990566fcc4b54008" /><Relationship Type="http://schemas.openxmlformats.org/officeDocument/2006/relationships/notesMaster" Target="/ppt/notesMasters/notesMaster1.xml" Id="Rad548cb4d23046d3" /><Relationship Type="http://schemas.openxmlformats.org/officeDocument/2006/relationships/presProps" Target="/ppt/presProps.xml" Id="R7b6a93870ac04736" /><Relationship Type="http://schemas.openxmlformats.org/officeDocument/2006/relationships/viewProps" Target="/ppt/viewProps.xml" Id="Rceccea60b8f64fd7" /><Relationship Type="http://schemas.openxmlformats.org/officeDocument/2006/relationships/tableStyles" Target="/ppt/tableStyles.xml" Id="R435b9c5d93ba49d4" /><Relationship Type="http://schemas.openxmlformats.org/officeDocument/2006/relationships/font" Target="/ppt/fonts/font.dat" Id="Ra74e58cb61774eb3" /><Relationship Type="http://schemas.openxmlformats.org/officeDocument/2006/relationships/font" Target="/ppt/fonts/font2.dat" Id="R076a2907331948e1" /><Relationship Type="http://schemas.openxmlformats.org/officeDocument/2006/relationships/font" Target="/ppt/fonts/font3.dat" Id="R85f5321386d549cb" /><Relationship Type="http://schemas.openxmlformats.org/officeDocument/2006/relationships/font" Target="/ppt/fonts/font4.dat" Id="R4ad0d948095846ce" /><Relationship Type="http://schemas.openxmlformats.org/officeDocument/2006/relationships/font" Target="/ppt/fonts/font5.dat" Id="Rf51cdb585e654550" /><Relationship Type="http://schemas.openxmlformats.org/officeDocument/2006/relationships/font" Target="/ppt/fonts/font6.dat" Id="R4c6a5f567627497c" /><Relationship Type="http://schemas.openxmlformats.org/officeDocument/2006/relationships/font" Target="/ppt/fonts/font7.dat" Id="Rab221e7dd20347ad" /><Relationship Type="http://schemas.openxmlformats.org/officeDocument/2006/relationships/font" Target="/ppt/fonts/font8.dat" Id="Ra7288c0e05344752" /><Relationship Type="http://schemas.openxmlformats.org/officeDocument/2006/relationships/font" Target="/ppt/fonts/font9.dat" Id="Rae336ca47bb84da1" /><Relationship Type="http://schemas.openxmlformats.org/officeDocument/2006/relationships/slide" Target="/ppt/slides/slide1.xml" Id="R3828a7d812fa4c38" /><Relationship Type="http://schemas.openxmlformats.org/officeDocument/2006/relationships/slide" Target="/ppt/slides/slide2.xml" Id="Rb9516815a4ad4c2f" /><Relationship Type="http://schemas.openxmlformats.org/officeDocument/2006/relationships/slide" Target="/ppt/slides/slide3.xml" Id="R598f898f32684b8a" /><Relationship Type="http://schemas.openxmlformats.org/officeDocument/2006/relationships/slide" Target="/ppt/slides/slide4.xml" Id="R15bde63212014b94" /><Relationship Type="http://schemas.openxmlformats.org/officeDocument/2006/relationships/slide" Target="/ppt/slides/slide5.xml" Id="R2511a955947d481e" /><Relationship Type="http://schemas.openxmlformats.org/officeDocument/2006/relationships/slide" Target="/ppt/slides/slide6.xml" Id="Rd34890fe548f4050" /><Relationship Type="http://schemas.openxmlformats.org/officeDocument/2006/relationships/slide" Target="/ppt/slides/slide7.xml" Id="Re6cafae9d7fd4178" /><Relationship Type="http://schemas.openxmlformats.org/officeDocument/2006/relationships/slide" Target="/ppt/slides/slide8.xml" Id="Rcf34100f736f4364" /><Relationship Type="http://schemas.openxmlformats.org/officeDocument/2006/relationships/slide" Target="/ppt/slides/slide9.xml" Id="R989351e5e5c74f5c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aa7d7b06986b4129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Default Codex Theme">
  <a:themeElements>
    <a:clrScheme name="Color Block Theme">
      <a:dk1>
        <a:srgbClr val="000000"/>
      </a:dk1>
      <a:lt1>
        <a:srgbClr val="FFFFFF"/>
      </a:lt1>
      <a:dk2>
        <a:srgbClr val="393939"/>
      </a:dk2>
      <a:lt2>
        <a:srgbClr val="F5F5F5"/>
      </a:lt2>
      <a:accent1>
        <a:srgbClr val="2ED978"/>
      </a:accent1>
      <a:accent2>
        <a:srgbClr val="9FB6FE"/>
      </a:accent2>
      <a:accent3>
        <a:srgbClr val="F3F161"/>
      </a:accent3>
      <a:accent4>
        <a:srgbClr val="FF5F27"/>
      </a:accent4>
      <a:accent5>
        <a:srgbClr val="5EC4FF"/>
      </a:accent5>
      <a:accent6>
        <a:srgbClr val="3C7DA3"/>
      </a:accent6>
      <a:hlink>
        <a:srgbClr val="FFA83A"/>
      </a:hlink>
      <a:folHlink>
        <a:srgbClr val="96607D"/>
      </a:folHlink>
    </a:clrScheme>
    <a:fontScheme name="Inter">
      <a:majorFont>
        <a:latin typeface="Inter"/>
        <a:ea typeface=""/>
        <a:cs typeface=""/>
      </a:majorFont>
      <a:minorFont>
        <a:latin typeface="Inter"/>
        <a:ea typeface=""/>
        <a:cs typeface=""/>
      </a:minorFont>
    </a:fontScheme>
    <a:fmtScheme name="Color Block Theme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73cf17d6ea6441ad" /><Relationship Type="http://schemas.openxmlformats.org/officeDocument/2006/relationships/notesMaster" Target="/ppt/notesMasters/notesMaster1.xml" Id="R9c389537b022441b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49cc945d5e54453e" /><Relationship Type="http://schemas.openxmlformats.org/officeDocument/2006/relationships/notesMaster" Target="/ppt/notesMasters/notesMaster1.xml" Id="R36a8b572d0174208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e8509085d8df4f3e" /><Relationship Type="http://schemas.openxmlformats.org/officeDocument/2006/relationships/notesMaster" Target="/ppt/notesMasters/notesMaster1.xml" Id="R34e82d9305cb4f08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53398191674640ca" /><Relationship Type="http://schemas.openxmlformats.org/officeDocument/2006/relationships/notesMaster" Target="/ppt/notesMasters/notesMaster1.xml" Id="Rb861923c42234840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423507f0f1664cc3" /><Relationship Type="http://schemas.openxmlformats.org/officeDocument/2006/relationships/notesMaster" Target="/ppt/notesMasters/notesMaster1.xml" Id="R440bcefa4f384e3f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aeb870b0e2e04642" /><Relationship Type="http://schemas.openxmlformats.org/officeDocument/2006/relationships/notesMaster" Target="/ppt/notesMasters/notesMaster1.xml" Id="R281b2b0ee64a4cc0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288b49d4c2474abb" /><Relationship Type="http://schemas.openxmlformats.org/officeDocument/2006/relationships/notesMaster" Target="/ppt/notesMasters/notesMaster1.xml" Id="Rbc9ed7831f324b3e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162c24f7bb094ecd" /><Relationship Type="http://schemas.openxmlformats.org/officeDocument/2006/relationships/notesMaster" Target="/ppt/notesMasters/notesMaster1.xml" Id="R2a96025d460d4e60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d3450a1167b44707" /><Relationship Type="http://schemas.openxmlformats.org/officeDocument/2006/relationships/notesMaster" Target="/ppt/notesMasters/notesMaster1.xml" Id="R52ec5e79e1154c46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4d7287470a574e20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8d1c5bc85df14a8a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1c69fda3f3404e6f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f05b1e3576ed40b0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12ca7a03e53140a9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b704f4581c0b42a6" /></Relationships>
</file>

<file path=ppt/slideLayouts/_rels/slideLayout7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62f537e41ff84588" /></Relationships>
</file>

<file path=ppt/slideLayouts/_rels/slideLayout8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13f285f774604b76" /></Relationships>
</file>

<file path=ppt/slideLayouts/_rels/slideLayout9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4a232992a2404180" /><Relationship Type="http://schemas.openxmlformats.org/officeDocument/2006/relationships/image" Target="/ppt/media/image.png" Id="R7f16b9f072f941c9" /></Relationships>
</file>

<file path=ppt/slideLayouts/_rels/slideLayout10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d2cc0ad5da5341ba" /><Relationship Type="http://schemas.openxmlformats.org/officeDocument/2006/relationships/image" Target="/ppt/media/image2.png" Id="R3de4c262a2064037" /></Relationships>
</file>

<file path=ppt/slideLayouts/slideLayout1.xml><?xml version="1.0" encoding="utf-8"?>
<p:sldLayout xmlns:p="http://schemas.openxmlformats.org/presentationml/2006/main" preserve="1" userDrawn="1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683004A5-B645-655E-5362-4217D55892E1}"/>
              </a:ext>
            </a:extLst>
          </p:cNvPr>
          <p:cNvSpPr>
            <a:spLocks xmlns:a="http://schemas.openxmlformats.org/drawingml/2006/main" noGrp="1"/>
          </p:cNvSpPr>
          <p:nvPr>
            <p:ph type="ctrTitle" idx="0"/>
          </p:nvPr>
        </p:nvSpPr>
        <p:spPr>
          <a:xfrm xmlns:a="http://schemas.openxmlformats.org/drawingml/2006/main">
            <a:off x="393700" y="1041400"/>
            <a:ext cx="7493000" cy="2491490"/>
          </a:xfrm>
        </p:spPr>
        <p:txBody>
          <a:bodyPr xmlns:a="http://schemas.openxmlformats.org/drawingml/2006/main" anchor="b"/>
          <a:lstStyle xmlns:a="http://schemas.openxmlformats.org/drawingml/2006/main">
            <a:lvl1pPr algn="l">
              <a:buNone/>
              <a:defRPr sz="6000" b="1" i="0">
                <a:solidFill>
                  <a:schemeClr val="accent1"/>
                </a:solidFill>
                <a:latin typeface="Inter SemiBold"/>
                <a:ea typeface="Inter SemiBold"/>
                <a:cs typeface="Inter SemiBold"/>
              </a:defRPr>
            </a:lvl1pPr>
          </a:lstStyle>
          <a:p xmlns:a="http://schemas.openxmlformats.org/drawingml/2006/main">
            <a:r>
              <a:t>Click to edit Master title style</a:t>
            </a:r>
          </a:p>
        </p:txBody>
      </p:sp>
      <p:sp>
        <p:nvSpPr>
          <p:cNvPr id="3" name="Subtitle 2">
            <a:extLst xmlns:a="http://schemas.openxmlformats.org/drawingml/2006/main">
              <a:ext uri="{FF2B5EF4-FFF2-40B4-BE49-F238E27FC236}">
                <a16:creationId xmlns:a16="http://schemas.microsoft.com/office/drawing/2014/main" id="{C57031B1-59B2-C235-9FDD-8050418A5FD8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393700" y="4356100"/>
            <a:ext cx="5537200" cy="1638300"/>
          </a:xfrm>
        </p:spPr>
        <p:txBody>
          <a:bodyPr xmlns:a="http://schemas.openxmlformats.org/drawingml/2006/main"/>
          <a:lstStyle xmlns:a="http://schemas.openxmlformats.org/drawingml/2006/main">
            <a:lvl1pPr marL="0" indent="0" algn="l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 xmlns:a="http://schemas.openxmlformats.org/drawingml/2006/main">
            <a:r>
              <a:t>Click to edit Master subtitle style</a:t>
            </a:r>
          </a:p>
        </p:txBody>
      </p:sp>
    </p:spTree>
  </p:cSld>
</p:sldLayout>
</file>

<file path=ppt/slideLayouts/slideLayout2.xml><?xml version="1.0" encoding="utf-8"?>
<p:sldLayout xmlns:p="http://schemas.openxmlformats.org/presentationml/2006/main" preserve="1" userDrawn="1">
  <p:cSld name="Title and Conten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Text Placeholder 2">
            <a:extLst xmlns:a="http://schemas.openxmlformats.org/drawingml/2006/main">
              <a:ext uri="{FF2B5EF4-FFF2-40B4-BE49-F238E27FC236}">
                <a16:creationId xmlns:a16="http://schemas.microsoft.com/office/drawing/2014/main" id="{5E851FDE-9E0B-568C-1CBA-E72B86CC06ED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>
          <a:xfrm xmlns:a="http://schemas.openxmlformats.org/drawingml/2006/main">
            <a:off x="393700" y="2032000"/>
            <a:ext cx="11404600" cy="3962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>
            <a:normAutofit/>
          </a:bodyPr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</a:p>
        </p:txBody>
      </p:sp>
      <p:sp>
        <p:nvSpPr>
          <p:cNvPr id="9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29CCD18F-3BF6-A3EE-DAAE-66BD406D7E8D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>
          <a:xfrm xmlns:a="http://schemas.openxmlformats.org/drawingml/2006/main">
            <a:off x="393700" y="6279952"/>
            <a:ext cx="3568700" cy="24124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 anchor="b"/>
          <a:lstStyle xmlns:a="http://schemas.openxmlformats.org/drawingml/2006/main">
            <a:lvl1pPr algn="l">
              <a:buNone/>
              <a:defRPr sz="1100">
                <a:solidFill>
                  <a:schemeClr val="tx1"/>
                </a:solidFill>
              </a:defRPr>
            </a:lvl1pPr>
          </a:lstStyle>
          <a:p xmlns:a="http://schemas.openxmlformats.org/drawingml/2006/main">
            <a:endParaRPr sz="1100"/>
          </a:p>
        </p:txBody>
      </p:sp>
      <p:sp>
        <p:nvSpPr>
          <p:cNvPr id="10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5186992D-ADA6-5A23-EBD5-6BEF0A2E61BA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11279332" y="6279294"/>
            <a:ext cx="518968" cy="24124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 anchor="b"/>
          <a:lstStyle xmlns:a="http://schemas.openxmlformats.org/drawingml/2006/main">
            <a:lvl1pPr algn="r">
              <a:buNone/>
              <a:defRPr sz="11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</a:lstStyle>
          <a:p xmlns:a="http://schemas.openxmlformats.org/drawingml/2006/main">
            <a:fld id="{8574A810-7A8E-054F-9F6B-09E9C694ECF9}" type="slidenum">
              <a:t>‹#›</a:t>
            </a:fld>
            <a:endParaRPr sz="1100"/>
          </a:p>
        </p:txBody>
      </p:sp>
      <p:sp>
        <p:nvSpPr>
          <p:cNvPr id="2" name="Title Placeholder 1">
            <a:extLst xmlns:a="http://schemas.openxmlformats.org/drawingml/2006/main">
              <a:ext uri="{FF2B5EF4-FFF2-40B4-BE49-F238E27FC236}">
                <a16:creationId xmlns:a16="http://schemas.microsoft.com/office/drawing/2014/main" id="{CDBB333F-FFCF-AA9E-7AC0-64DB02353FBC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393700" y="344008"/>
            <a:ext cx="11404600" cy="1047491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r>
              <a:t>Click to edit Master title style</a:t>
            </a:r>
          </a:p>
        </p:txBody>
      </p:sp>
    </p:spTree>
  </p:cSld>
</p:sldLayout>
</file>

<file path=ppt/slideLayouts/slideLayout3.xml><?xml version="1.0" encoding="utf-8"?>
<p:sldLayout xmlns:p="http://schemas.openxmlformats.org/presentationml/2006/main" preserve="1" userDrawn="1">
  <p:cSld name="Two Conten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Text Placeholder 2">
            <a:extLst xmlns:a="http://schemas.openxmlformats.org/drawingml/2006/main">
              <a:ext uri="{FF2B5EF4-FFF2-40B4-BE49-F238E27FC236}">
                <a16:creationId xmlns:a16="http://schemas.microsoft.com/office/drawing/2014/main" id="{4DCC3060-FADA-4310-30F9-24EC34B5AA87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>
          <a:xfrm xmlns:a="http://schemas.openxmlformats.org/drawingml/2006/main">
            <a:off x="393700" y="2032000"/>
            <a:ext cx="5537200" cy="3962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>
            <a:normAutofit/>
          </a:bodyPr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</a:p>
        </p:txBody>
      </p:sp>
      <p:sp>
        <p:nvSpPr>
          <p:cNvPr id="10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19E7B047-08E6-29C1-F101-C084D555AACC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>
          <a:xfrm xmlns:a="http://schemas.openxmlformats.org/drawingml/2006/main">
            <a:off x="393700" y="6279952"/>
            <a:ext cx="3568700" cy="24124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 anchor="b"/>
          <a:lstStyle xmlns:a="http://schemas.openxmlformats.org/drawingml/2006/main">
            <a:lvl1pPr algn="l">
              <a:buNone/>
              <a:defRPr sz="1100">
                <a:solidFill>
                  <a:schemeClr val="tx1"/>
                </a:solidFill>
              </a:defRPr>
            </a:lvl1pPr>
          </a:lstStyle>
          <a:p xmlns:a="http://schemas.openxmlformats.org/drawingml/2006/main">
            <a:endParaRPr sz="1100"/>
          </a:p>
        </p:txBody>
      </p:sp>
      <p:sp>
        <p:nvSpPr>
          <p:cNvPr id="11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3DE564C6-8AA0-935D-A919-07AFA15B335B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11279332" y="6279294"/>
            <a:ext cx="518968" cy="24124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 anchor="b"/>
          <a:lstStyle xmlns:a="http://schemas.openxmlformats.org/drawingml/2006/main">
            <a:lvl1pPr algn="r">
              <a:buNone/>
              <a:defRPr sz="11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</a:lstStyle>
          <a:p xmlns:a="http://schemas.openxmlformats.org/drawingml/2006/main">
            <a:fld id="{8574A810-7A8E-054F-9F6B-09E9C694ECF9}" type="slidenum">
              <a:t>‹#›</a:t>
            </a:fld>
            <a:endParaRPr sz="1100"/>
          </a:p>
        </p:txBody>
      </p:sp>
      <p:sp>
        <p:nvSpPr>
          <p:cNvPr id="12" name="Text Placeholder 2">
            <a:extLst xmlns:a="http://schemas.openxmlformats.org/drawingml/2006/main">
              <a:ext uri="{FF2B5EF4-FFF2-40B4-BE49-F238E27FC236}">
                <a16:creationId xmlns:a16="http://schemas.microsoft.com/office/drawing/2014/main" id="{4ABE46D3-8F05-1C7F-3EC7-20BFCC76C251}"/>
              </a:ext>
            </a:extLst>
          </p:cNvPr>
          <p:cNvSpPr>
            <a:spLocks xmlns:a="http://schemas.openxmlformats.org/drawingml/2006/main" noGrp="1"/>
          </p:cNvSpPr>
          <p:nvPr>
            <p:ph idx="10"/>
          </p:nvPr>
        </p:nvSpPr>
        <p:spPr>
          <a:xfrm xmlns:a="http://schemas.openxmlformats.org/drawingml/2006/main">
            <a:off x="6256618" y="2032000"/>
            <a:ext cx="5537200" cy="3962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>
            <a:normAutofit/>
          </a:bodyPr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</a:p>
        </p:txBody>
      </p:sp>
      <p:sp>
        <p:nvSpPr>
          <p:cNvPr id="2" name="Title Placeholder 1">
            <a:extLst xmlns:a="http://schemas.openxmlformats.org/drawingml/2006/main">
              <a:ext uri="{FF2B5EF4-FFF2-40B4-BE49-F238E27FC236}">
                <a16:creationId xmlns:a16="http://schemas.microsoft.com/office/drawing/2014/main" id="{739D2C21-36BF-25E7-8E97-1D17F313F7AF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393700" y="344008"/>
            <a:ext cx="11404600" cy="1047491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r>
              <a:t>Click to edit Master title style</a:t>
            </a:r>
          </a:p>
        </p:txBody>
      </p:sp>
    </p:spTree>
  </p:cSld>
</p:sldLayout>
</file>

<file path=ppt/slideLayouts/slideLayout4.xml><?xml version="1.0" encoding="utf-8"?>
<p:sldLayout xmlns:p="http://schemas.openxmlformats.org/presentationml/2006/main" preserve="1" userDrawn="1">
  <p:cSld name="Three Conten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Text Placeholder 2">
            <a:extLst xmlns:a="http://schemas.openxmlformats.org/drawingml/2006/main">
              <a:ext uri="{FF2B5EF4-FFF2-40B4-BE49-F238E27FC236}">
                <a16:creationId xmlns:a16="http://schemas.microsoft.com/office/drawing/2014/main" id="{6F7D12C6-B3BC-2F80-A661-00CC228193B5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>
          <a:xfrm xmlns:a="http://schemas.openxmlformats.org/drawingml/2006/main">
            <a:off x="393700" y="2032000"/>
            <a:ext cx="3568700" cy="3962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>
            <a:normAutofit/>
          </a:bodyPr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</a:p>
        </p:txBody>
      </p:sp>
      <p:sp>
        <p:nvSpPr>
          <p:cNvPr id="12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0682803B-B799-370F-B1B9-EB49CCB10A11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>
          <a:xfrm xmlns:a="http://schemas.openxmlformats.org/drawingml/2006/main">
            <a:off x="393700" y="6279952"/>
            <a:ext cx="3568700" cy="24124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 anchor="b"/>
          <a:lstStyle xmlns:a="http://schemas.openxmlformats.org/drawingml/2006/main">
            <a:lvl1pPr algn="l">
              <a:buNone/>
              <a:defRPr sz="1100">
                <a:solidFill>
                  <a:schemeClr val="tx1"/>
                </a:solidFill>
              </a:defRPr>
            </a:lvl1pPr>
          </a:lstStyle>
          <a:p xmlns:a="http://schemas.openxmlformats.org/drawingml/2006/main">
            <a:endParaRPr sz="1100"/>
          </a:p>
        </p:txBody>
      </p:sp>
      <p:sp>
        <p:nvSpPr>
          <p:cNvPr id="13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AFE26095-B1FD-5C7C-C8D6-78ABF739DCBA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11279332" y="6279294"/>
            <a:ext cx="518968" cy="24124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 anchor="b"/>
          <a:lstStyle xmlns:a="http://schemas.openxmlformats.org/drawingml/2006/main">
            <a:lvl1pPr algn="r">
              <a:buNone/>
              <a:defRPr sz="11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</a:lstStyle>
          <a:p xmlns:a="http://schemas.openxmlformats.org/drawingml/2006/main">
            <a:fld id="{8574A810-7A8E-054F-9F6B-09E9C694ECF9}" type="slidenum">
              <a:t>‹#›</a:t>
            </a:fld>
            <a:endParaRPr sz="1100"/>
          </a:p>
        </p:txBody>
      </p:sp>
      <p:sp>
        <p:nvSpPr>
          <p:cNvPr id="14" name="Text Placeholder 2">
            <a:extLst xmlns:a="http://schemas.openxmlformats.org/drawingml/2006/main">
              <a:ext uri="{FF2B5EF4-FFF2-40B4-BE49-F238E27FC236}">
                <a16:creationId xmlns:a16="http://schemas.microsoft.com/office/drawing/2014/main" id="{80E090C5-E6C8-92F2-E8C2-A840B8F1807D}"/>
              </a:ext>
            </a:extLst>
          </p:cNvPr>
          <p:cNvSpPr>
            <a:spLocks xmlns:a="http://schemas.openxmlformats.org/drawingml/2006/main" noGrp="1"/>
          </p:cNvSpPr>
          <p:nvPr>
            <p:ph idx="10"/>
          </p:nvPr>
        </p:nvSpPr>
        <p:spPr>
          <a:xfrm xmlns:a="http://schemas.openxmlformats.org/drawingml/2006/main">
            <a:off x="4318000" y="2032000"/>
            <a:ext cx="3568700" cy="3962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>
            <a:normAutofit/>
          </a:bodyPr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</a:p>
        </p:txBody>
      </p:sp>
      <p:sp>
        <p:nvSpPr>
          <p:cNvPr id="15" name="Text Placeholder 2">
            <a:extLst xmlns:a="http://schemas.openxmlformats.org/drawingml/2006/main">
              <a:ext uri="{FF2B5EF4-FFF2-40B4-BE49-F238E27FC236}">
                <a16:creationId xmlns:a16="http://schemas.microsoft.com/office/drawing/2014/main" id="{0C6D2D15-AEC2-9F99-316F-C37AF863965D}"/>
              </a:ext>
            </a:extLst>
          </p:cNvPr>
          <p:cNvSpPr>
            <a:spLocks xmlns:a="http://schemas.openxmlformats.org/drawingml/2006/main" noGrp="1"/>
          </p:cNvSpPr>
          <p:nvPr>
            <p:ph idx="11"/>
          </p:nvPr>
        </p:nvSpPr>
        <p:spPr>
          <a:xfrm xmlns:a="http://schemas.openxmlformats.org/drawingml/2006/main">
            <a:off x="8232273" y="2032000"/>
            <a:ext cx="3568700" cy="3962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>
            <a:normAutofit/>
          </a:bodyPr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</a:p>
        </p:txBody>
      </p:sp>
      <p:sp>
        <p:nvSpPr>
          <p:cNvPr id="2" name="Title Placeholder 1">
            <a:extLst xmlns:a="http://schemas.openxmlformats.org/drawingml/2006/main">
              <a:ext uri="{FF2B5EF4-FFF2-40B4-BE49-F238E27FC236}">
                <a16:creationId xmlns:a16="http://schemas.microsoft.com/office/drawing/2014/main" id="{EC59174D-4FF5-0FD8-FE78-F71A39E187AE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393700" y="344008"/>
            <a:ext cx="11404600" cy="1047491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r>
              <a:t>Click to edit Master title style</a:t>
            </a:r>
          </a:p>
        </p:txBody>
      </p:sp>
    </p:spTree>
  </p:cSld>
</p:sldLayout>
</file>

<file path=ppt/slideLayouts/slideLayout5.xml><?xml version="1.0" encoding="utf-8"?>
<p:sldLayout xmlns:p="http://schemas.openxmlformats.org/presentationml/2006/main" preserve="1" userDrawn="1">
  <p:cSld name="Four Conten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Text Placeholder 2">
            <a:extLst xmlns:a="http://schemas.openxmlformats.org/drawingml/2006/main">
              <a:ext uri="{FF2B5EF4-FFF2-40B4-BE49-F238E27FC236}">
                <a16:creationId xmlns:a16="http://schemas.microsoft.com/office/drawing/2014/main" id="{6F7D12C6-B3BC-2F80-A661-00CC228193B5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>
          <a:xfrm xmlns:a="http://schemas.openxmlformats.org/drawingml/2006/main">
            <a:off x="393700" y="4826000"/>
            <a:ext cx="2595934" cy="1168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>
            <a:normAutofit/>
          </a:bodyPr>
          <a:lstStyle xmlns:a="http://schemas.openxmlformats.org/drawingml/2006/main">
            <a:lvl1pPr>
              <a:buNone/>
              <a:defRPr sz="1600"/>
            </a:lvl1pPr>
            <a:lvl2pPr>
              <a:buNone/>
              <a:defRPr sz="1600"/>
            </a:lvl2pPr>
            <a:lvl3pPr>
              <a:buNone/>
              <a:defRPr sz="1600"/>
            </a:lvl3pPr>
            <a:lvl4pPr>
              <a:buNone/>
              <a:defRPr sz="1600"/>
            </a:lvl4pPr>
            <a:lvl5pPr>
              <a:buNone/>
              <a:defRPr sz="1600"/>
            </a:lvl5pPr>
          </a:lstStyle>
          <a:p xmlns:a="http://schemas.openxmlformats.org/drawingml/2006/main">
            <a:pPr lvl="0">
              <a:buNone/>
            </a:pPr>
            <a:r>
              <a:t>Click to edit Master</a:t>
            </a:r>
          </a:p>
        </p:txBody>
      </p:sp>
      <p:sp>
        <p:nvSpPr>
          <p:cNvPr id="12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0682803B-B799-370F-B1B9-EB49CCB10A11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>
          <a:xfrm xmlns:a="http://schemas.openxmlformats.org/drawingml/2006/main">
            <a:off x="393700" y="6279952"/>
            <a:ext cx="3568700" cy="24124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 anchor="b"/>
          <a:lstStyle xmlns:a="http://schemas.openxmlformats.org/drawingml/2006/main">
            <a:lvl1pPr algn="l">
              <a:buNone/>
              <a:defRPr sz="1100">
                <a:solidFill>
                  <a:schemeClr val="tx1"/>
                </a:solidFill>
              </a:defRPr>
            </a:lvl1pPr>
          </a:lstStyle>
          <a:p xmlns:a="http://schemas.openxmlformats.org/drawingml/2006/main">
            <a:endParaRPr sz="1100"/>
          </a:p>
        </p:txBody>
      </p:sp>
      <p:sp>
        <p:nvSpPr>
          <p:cNvPr id="13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AFE26095-B1FD-5C7C-C8D6-78ABF739DCBA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11279332" y="6279952"/>
            <a:ext cx="518968" cy="24124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 anchor="b"/>
          <a:lstStyle xmlns:a="http://schemas.openxmlformats.org/drawingml/2006/main">
            <a:lvl1pPr algn="r">
              <a:buNone/>
              <a:defRPr sz="11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</a:lstStyle>
          <a:p xmlns:a="http://schemas.openxmlformats.org/drawingml/2006/main">
            <a:fld id="{8574A810-7A8E-054F-9F6B-09E9C694ECF9}" type="slidenum">
              <a:t>‹#›</a:t>
            </a:fld>
            <a:endParaRPr sz="1100"/>
          </a:p>
        </p:txBody>
      </p:sp>
      <p:sp>
        <p:nvSpPr>
          <p:cNvPr id="2" name="Title Placeholder 1">
            <a:extLst xmlns:a="http://schemas.openxmlformats.org/drawingml/2006/main">
              <a:ext uri="{FF2B5EF4-FFF2-40B4-BE49-F238E27FC236}">
                <a16:creationId xmlns:a16="http://schemas.microsoft.com/office/drawing/2014/main" id="{EC59174D-4FF5-0FD8-FE78-F71A39E187AE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393700" y="344008"/>
            <a:ext cx="11404600" cy="1047491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r>
              <a:t>Click to edit Master title style</a:t>
            </a:r>
          </a:p>
        </p:txBody>
      </p:sp>
      <p:sp>
        <p:nvSpPr>
          <p:cNvPr id="8" name="Text Placeholder 7">
            <a:extLst xmlns:a="http://schemas.openxmlformats.org/drawingml/2006/main">
              <a:ext uri="{FF2B5EF4-FFF2-40B4-BE49-F238E27FC236}">
                <a16:creationId xmlns:a16="http://schemas.microsoft.com/office/drawing/2014/main" id="{4F70A9DA-D783-0627-3166-E13B68C2ADAC}"/>
              </a:ext>
            </a:extLst>
          </p:cNvPr>
          <p:cNvSpPr>
            <a:spLocks xmlns:a="http://schemas.openxmlformats.org/drawingml/2006/main" noGrp="1"/>
          </p:cNvSpPr>
          <p:nvPr>
            <p:ph type="body" idx="12"/>
          </p:nvPr>
        </p:nvSpPr>
        <p:spPr>
          <a:xfrm xmlns:a="http://schemas.openxmlformats.org/drawingml/2006/main">
            <a:off x="3334966" y="4826000"/>
            <a:ext cx="2595934" cy="1168400"/>
          </a:xfr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 sz="1800"/>
            </a:lvl1pPr>
            <a:lvl2pPr>
              <a:buNone/>
              <a:defRPr sz="1800"/>
            </a:lvl2pPr>
            <a:lvl3pPr>
              <a:buNone/>
              <a:defRPr sz="1800"/>
            </a:lvl3pPr>
            <a:lvl4pPr>
              <a:buNone/>
              <a:defRPr sz="1800"/>
            </a:lvl4pPr>
            <a:lvl5pPr>
              <a:buNone/>
              <a:defRPr sz="1800"/>
            </a:lvl5pPr>
          </a:lstStyle>
          <a:p xmlns:a="http://schemas.openxmlformats.org/drawingml/2006/main">
            <a:pPr lvl="0">
              <a:buNone/>
            </a:pPr>
            <a:r>
              <a:t>Click to edit Master</a:t>
            </a:r>
          </a:p>
        </p:txBody>
      </p:sp>
      <p:sp>
        <p:nvSpPr>
          <p:cNvPr id="9" name="Text Placeholder 2">
            <a:extLst xmlns:a="http://schemas.openxmlformats.org/drawingml/2006/main">
              <a:ext uri="{FF2B5EF4-FFF2-40B4-BE49-F238E27FC236}">
                <a16:creationId xmlns:a16="http://schemas.microsoft.com/office/drawing/2014/main" id="{75BF2647-8E8C-CAEE-896D-0E1567AF7E99}"/>
              </a:ext>
            </a:extLst>
          </p:cNvPr>
          <p:cNvSpPr>
            <a:spLocks xmlns:a="http://schemas.openxmlformats.org/drawingml/2006/main" noGrp="1"/>
          </p:cNvSpPr>
          <p:nvPr>
            <p:ph idx="13"/>
          </p:nvPr>
        </p:nvSpPr>
        <p:spPr>
          <a:xfrm xmlns:a="http://schemas.openxmlformats.org/drawingml/2006/main">
            <a:off x="6264413" y="4826000"/>
            <a:ext cx="2595934" cy="1168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>
            <a:normAutofit/>
          </a:bodyPr>
          <a:lstStyle xmlns:a="http://schemas.openxmlformats.org/drawingml/2006/main">
            <a:lvl1pPr>
              <a:buNone/>
              <a:defRPr sz="1600"/>
            </a:lvl1pPr>
            <a:lvl2pPr>
              <a:buNone/>
              <a:defRPr sz="1600"/>
            </a:lvl2pPr>
            <a:lvl3pPr>
              <a:buNone/>
              <a:defRPr sz="1600"/>
            </a:lvl3pPr>
            <a:lvl4pPr>
              <a:buNone/>
              <a:defRPr sz="1600"/>
            </a:lvl4pPr>
            <a:lvl5pPr>
              <a:buNone/>
              <a:defRPr sz="1600"/>
            </a:lvl5pPr>
          </a:lstStyle>
          <a:p xmlns:a="http://schemas.openxmlformats.org/drawingml/2006/main">
            <a:pPr lvl="0">
              <a:buNone/>
            </a:pPr>
            <a:r>
              <a:t>Click to edit Master</a:t>
            </a:r>
          </a:p>
        </p:txBody>
      </p:sp>
      <p:sp>
        <p:nvSpPr>
          <p:cNvPr id="10" name="Text Placeholder 7">
            <a:extLst xmlns:a="http://schemas.openxmlformats.org/drawingml/2006/main">
              <a:ext uri="{FF2B5EF4-FFF2-40B4-BE49-F238E27FC236}">
                <a16:creationId xmlns:a16="http://schemas.microsoft.com/office/drawing/2014/main" id="{37C6F143-221A-9959-8FBA-B9B1DB6602D0}"/>
              </a:ext>
            </a:extLst>
          </p:cNvPr>
          <p:cNvSpPr>
            <a:spLocks xmlns:a="http://schemas.openxmlformats.org/drawingml/2006/main" noGrp="1"/>
          </p:cNvSpPr>
          <p:nvPr>
            <p:ph type="body" idx="14"/>
          </p:nvPr>
        </p:nvSpPr>
        <p:spPr>
          <a:xfrm xmlns:a="http://schemas.openxmlformats.org/drawingml/2006/main">
            <a:off x="9205679" y="4826000"/>
            <a:ext cx="2595934" cy="1168400"/>
          </a:xfr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 sz="1800"/>
            </a:lvl1pPr>
            <a:lvl2pPr>
              <a:buNone/>
              <a:defRPr sz="1800"/>
            </a:lvl2pPr>
            <a:lvl3pPr>
              <a:buNone/>
              <a:defRPr sz="1800"/>
            </a:lvl3pPr>
            <a:lvl4pPr>
              <a:buNone/>
              <a:defRPr sz="1800"/>
            </a:lvl4pPr>
            <a:lvl5pPr>
              <a:buNone/>
              <a:defRPr sz="1800"/>
            </a:lvl5pPr>
          </a:lstStyle>
          <a:p xmlns:a="http://schemas.openxmlformats.org/drawingml/2006/main">
            <a:pPr lvl="0">
              <a:buNone/>
            </a:pPr>
            <a:r>
              <a:t>Click to edit Master</a:t>
            </a:r>
          </a:p>
        </p:txBody>
      </p:sp>
    </p:spTree>
  </p:cSld>
</p:sldLayout>
</file>

<file path=ppt/slideLayouts/slideLayout6.xml><?xml version="1.0" encoding="utf-8"?>
<p:sldLayout xmlns:p="http://schemas.openxmlformats.org/presentationml/2006/main" preserve="1" userDrawn="1">
  <p:cSld name="Title Onl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DB1182C5-F22B-2641-06DE-4EDACA3C1DDD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>
          <a:xfrm xmlns:a="http://schemas.openxmlformats.org/drawingml/2006/main">
            <a:off x="393700" y="6279952"/>
            <a:ext cx="3568700" cy="24124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 anchor="b"/>
          <a:lstStyle xmlns:a="http://schemas.openxmlformats.org/drawingml/2006/main">
            <a:lvl1pPr algn="l">
              <a:buNone/>
              <a:defRPr sz="1100">
                <a:solidFill>
                  <a:schemeClr val="tx1"/>
                </a:solidFill>
              </a:defRPr>
            </a:lvl1pPr>
          </a:lstStyle>
          <a:p xmlns:a="http://schemas.openxmlformats.org/drawingml/2006/main">
            <a:endParaRPr sz="1100"/>
          </a:p>
        </p:txBody>
      </p:sp>
      <p:sp>
        <p:nvSpPr>
          <p:cNvPr id="9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F97A4AD5-204B-38FD-4F33-270C2F9F5CC6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11279332" y="6279294"/>
            <a:ext cx="518968" cy="24124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 anchor="b"/>
          <a:lstStyle xmlns:a="http://schemas.openxmlformats.org/drawingml/2006/main">
            <a:lvl1pPr algn="r">
              <a:buNone/>
              <a:defRPr sz="11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</a:lstStyle>
          <a:p xmlns:a="http://schemas.openxmlformats.org/drawingml/2006/main">
            <a:fld id="{8574A810-7A8E-054F-9F6B-09E9C694ECF9}" type="slidenum">
              <a:t>‹#›</a:t>
            </a:fld>
            <a:endParaRPr sz="1100"/>
          </a:p>
        </p:txBody>
      </p:sp>
      <p:sp>
        <p:nvSpPr>
          <p:cNvPr id="2" name="Title Placeholder 1">
            <a:extLst xmlns:a="http://schemas.openxmlformats.org/drawingml/2006/main">
              <a:ext uri="{FF2B5EF4-FFF2-40B4-BE49-F238E27FC236}">
                <a16:creationId xmlns:a16="http://schemas.microsoft.com/office/drawing/2014/main" id="{75CF9983-3FD7-FAE4-9F0B-B2CE806D891D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393700" y="344008"/>
            <a:ext cx="11404600" cy="1047491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r>
              <a:t>Click to edit Master title style</a:t>
            </a:r>
          </a:p>
        </p:txBody>
      </p:sp>
    </p:spTree>
  </p:cSld>
</p:sldLayout>
</file>

<file path=ppt/slideLayouts/slideLayout7.xml><?xml version="1.0" encoding="utf-8"?>
<p:sldLayout xmlns:p="http://schemas.openxmlformats.org/presentationml/2006/main" preserve="1" userDrawn="1">
  <p:cSld name="Footer Onl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1012CBCC-C555-8C11-443D-86D6F7A45CF8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>
          <a:xfrm xmlns:a="http://schemas.openxmlformats.org/drawingml/2006/main">
            <a:off x="393700" y="6279952"/>
            <a:ext cx="3568700" cy="24124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 anchor="b"/>
          <a:lstStyle xmlns:a="http://schemas.openxmlformats.org/drawingml/2006/main">
            <a:lvl1pPr algn="l">
              <a:buNone/>
              <a:defRPr sz="1100">
                <a:solidFill>
                  <a:schemeClr val="tx1"/>
                </a:solidFill>
              </a:defRPr>
            </a:lvl1pPr>
          </a:lstStyle>
          <a:p xmlns:a="http://schemas.openxmlformats.org/drawingml/2006/main">
            <a:endParaRPr sz="1100"/>
          </a:p>
        </p:txBody>
      </p:sp>
      <p:sp>
        <p:nvSpPr>
          <p:cNvPr id="8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B69B260B-B882-BF7F-1BB1-28B9578A25A2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11279332" y="6279294"/>
            <a:ext cx="518968" cy="24124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 anchor="b"/>
          <a:lstStyle xmlns:a="http://schemas.openxmlformats.org/drawingml/2006/main">
            <a:lvl1pPr algn="r">
              <a:buNone/>
              <a:defRPr sz="11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</a:lstStyle>
          <a:p xmlns:a="http://schemas.openxmlformats.org/drawingml/2006/main">
            <a:fld id="{8574A810-7A8E-054F-9F6B-09E9C694ECF9}" type="slidenum">
              <a:t>‹#›</a:t>
            </a:fld>
            <a:endParaRPr sz="1100"/>
          </a:p>
        </p:txBody>
      </p:sp>
    </p:spTree>
  </p:cSld>
</p:sldLayout>
</file>

<file path=ppt/slideLayouts/slideLayout8.xml><?xml version="1.0" encoding="utf-8"?>
<p:sldLayout xmlns:p="http://schemas.openxmlformats.org/presentationml/2006/main" preserve="1" userDrawn="1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Layouts/slideLayout9.xml><?xml version="1.0" encoding="utf-8"?>
<p:sldLayout xmlns:p="http://schemas.openxmlformats.org/presentationml/2006/main" preserve="1" userDrawn="1">
  <p:cSld name="36 Field Grid">
    <p:bg>
      <p:bgPr>
        <a:blipFill xmlns:a="http://schemas.openxmlformats.org/drawingml/2006/main" rotWithShape="1">
          <a:blip xmlns:r="http://schemas.openxmlformats.org/officeDocument/2006/relationships" r:embed="R7f16b9f072f941c9">
            <a:lum/>
          </a:blip>
          <a:srcRect l="0" t="0" r="0" b="0"/>
          <a:stretch>
            <a:fillRect l="0" t="0" r="0" b="0"/>
          </a:stretch>
        </a:blip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Layouts/slideLayout10.xml><?xml version="1.0" encoding="utf-8"?>
<p:sldLayout xmlns:p="http://schemas.openxmlformats.org/presentationml/2006/main" preserve="1" userDrawn="1">
  <p:cSld name="48 Field Grid">
    <p:bg>
      <p:bgPr>
        <a:blipFill xmlns:a="http://schemas.openxmlformats.org/drawingml/2006/main" rotWithShape="1">
          <a:blip xmlns:r="http://schemas.openxmlformats.org/officeDocument/2006/relationships" r:embed="R3de4c262a2064037">
            <a:lum/>
          </a:blip>
          <a:srcRect l="0" t="0" r="0" b="0"/>
          <a:stretch>
            <a:fillRect l="0" t="0" r="0" b="0"/>
          </a:stretch>
        </a:blip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07dc72abf5c5474e" /><Relationship Type="http://schemas.openxmlformats.org/officeDocument/2006/relationships/slideLayout" Target="/ppt/slideLayouts/slideLayout1.xml" Id="R59f16b9014984ff1" /><Relationship Type="http://schemas.openxmlformats.org/officeDocument/2006/relationships/slideLayout" Target="/ppt/slideLayouts/slideLayout2.xml" Id="R4b372a37bea747e0" /><Relationship Type="http://schemas.openxmlformats.org/officeDocument/2006/relationships/slideLayout" Target="/ppt/slideLayouts/slideLayout3.xml" Id="Rf749e6df529144ee" /><Relationship Type="http://schemas.openxmlformats.org/officeDocument/2006/relationships/slideLayout" Target="/ppt/slideLayouts/slideLayout4.xml" Id="Rf3c7da5b1a114430" /><Relationship Type="http://schemas.openxmlformats.org/officeDocument/2006/relationships/slideLayout" Target="/ppt/slideLayouts/slideLayout5.xml" Id="R93a7a4a5de334804" /><Relationship Type="http://schemas.openxmlformats.org/officeDocument/2006/relationships/slideLayout" Target="/ppt/slideLayouts/slideLayout6.xml" Id="R9080c43c38974145" /><Relationship Type="http://schemas.openxmlformats.org/officeDocument/2006/relationships/slideLayout" Target="/ppt/slideLayouts/slideLayout7.xml" Id="Rfe994b3ec27c4727" /><Relationship Type="http://schemas.openxmlformats.org/officeDocument/2006/relationships/slideLayout" Target="/ppt/slideLayouts/slideLayout8.xml" Id="Rca787be057614c03" /><Relationship Type="http://schemas.openxmlformats.org/officeDocument/2006/relationships/slideLayout" Target="/ppt/slideLayouts/slideLayout9.xml" Id="R3ce47b5a95444689" /><Relationship Type="http://schemas.openxmlformats.org/officeDocument/2006/relationships/slideLayout" Target="/ppt/slideLayouts/slideLayout10.xml" Id="R1cf06ce3e4b549d2" /></Relationships>
</file>

<file path=ppt/slideMasters/slideMaster1.xml><?xml version="1.0" encoding="utf-8"?>
<p:sld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Placeholder 1">
            <a:extLst xmlns:a="http://schemas.openxmlformats.org/drawingml/2006/main">
              <a:ext uri="{FF2B5EF4-FFF2-40B4-BE49-F238E27FC236}">
                <a16:creationId xmlns:a16="http://schemas.microsoft.com/office/drawing/2014/main" id="{BB87ED2E-D8FF-5C8C-ED50-59BA3091C3E1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393700" y="344008"/>
            <a:ext cx="11404600" cy="1047491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r>
              <a:t>Click to edit Master title style</a:t>
            </a:r>
          </a:p>
        </p:txBody>
      </p:sp>
      <p:sp>
        <p:nvSpPr>
          <p:cNvPr id="3" name="Text Placeholder 2">
            <a:extLst xmlns:a="http://schemas.openxmlformats.org/drawingml/2006/main">
              <a:ext uri="{FF2B5EF4-FFF2-40B4-BE49-F238E27FC236}">
                <a16:creationId xmlns:a16="http://schemas.microsoft.com/office/drawing/2014/main" id="{05B0E1CB-6DCA-2E9F-2B74-4309B4084C09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393700" y="2032000"/>
            <a:ext cx="11404600" cy="3962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>
            <a:normAutofit/>
          </a:bodyPr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</a:p>
        </p:txBody>
      </p:sp>
      <p:sp>
        <p:nvSpPr>
          <p:cNvPr id="5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3C75650C-2983-5B02-8421-FF1818435433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>
          <a:xfrm xmlns:a="http://schemas.openxmlformats.org/drawingml/2006/main">
            <a:off x="393700" y="6279952"/>
            <a:ext cx="3568700" cy="24124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 anchor="b"/>
          <a:lstStyle xmlns:a="http://schemas.openxmlformats.org/drawingml/2006/main">
            <a:lvl1pPr algn="l">
              <a:buNone/>
              <a:defRPr sz="1100">
                <a:solidFill>
                  <a:schemeClr val="tx1"/>
                </a:solidFill>
              </a:defRPr>
            </a:lvl1pPr>
          </a:lstStyle>
          <a:p xmlns:a="http://schemas.openxmlformats.org/drawingml/2006/main">
            <a:endParaRPr sz="1100"/>
          </a:p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D872C88C-1AB3-96BA-C9E5-3435A4BD59BB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11279332" y="6279294"/>
            <a:ext cx="518968" cy="24124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 anchor="b"/>
          <a:lstStyle xmlns:a="http://schemas.openxmlformats.org/drawingml/2006/main">
            <a:lvl1pPr algn="r">
              <a:buNone/>
              <a:defRPr sz="11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</a:lstStyle>
          <a:p xmlns:a="http://schemas.openxmlformats.org/drawingml/2006/main">
            <a:fld id="{8574A810-7A8E-054F-9F6B-09E9C694ECF9}" type="slidenum">
              <a:t>‹#›</a:t>
            </a:fld>
            <a:endParaRPr sz="110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59f16b9014984ff1"/>
    <p:sldLayoutId xmlns:r="http://schemas.openxmlformats.org/officeDocument/2006/relationships" id="2147483650" r:id="R4b372a37bea747e0"/>
    <p:sldLayoutId xmlns:r="http://schemas.openxmlformats.org/officeDocument/2006/relationships" id="2147483651" r:id="Rf749e6df529144ee"/>
    <p:sldLayoutId xmlns:r="http://schemas.openxmlformats.org/officeDocument/2006/relationships" id="2147483652" r:id="Rf3c7da5b1a114430"/>
    <p:sldLayoutId xmlns:r="http://schemas.openxmlformats.org/officeDocument/2006/relationships" id="2147483653" r:id="R93a7a4a5de334804"/>
    <p:sldLayoutId xmlns:r="http://schemas.openxmlformats.org/officeDocument/2006/relationships" id="2147483654" r:id="R9080c43c38974145"/>
    <p:sldLayoutId xmlns:r="http://schemas.openxmlformats.org/officeDocument/2006/relationships" id="2147483655" r:id="Rfe994b3ec27c4727"/>
    <p:sldLayoutId xmlns:r="http://schemas.openxmlformats.org/officeDocument/2006/relationships" id="2147483656" r:id="Rca787be057614c03"/>
    <p:sldLayoutId xmlns:r="http://schemas.openxmlformats.org/officeDocument/2006/relationships" id="2147483657" r:id="R3ce47b5a95444689"/>
    <p:sldLayoutId xmlns:r="http://schemas.openxmlformats.org/officeDocument/2006/relationships" id="2147483658" r:id="R1cf06ce3e4b549d2"/>
  </p:sldLayoutIdLst>
  <p:hf hdr="0" dt="0"/>
  <p:txStyles>
    <p:titleStyle>
      <a:lvl1pPr xmlns:a="http://schemas.openxmlformats.org/drawingml/2006/main" algn="l" defTabSz="914400">
        <a:lnSpc>
          <a:spcPct val="90000"/>
        </a:lnSpc>
        <a:spcBef>
          <a:spcPct val="0"/>
        </a:spcBef>
        <a:buNone/>
        <a:defRPr sz="2900" b="0" i="0" kern="1200">
          <a:solidFill>
            <a:schemeClr val="tx1"/>
          </a:solidFill>
          <a:latin typeface="Inter Medium"/>
          <a:ea typeface="Inter Medium"/>
          <a:cs typeface="Inter Medium"/>
        </a:defRPr>
      </a:lvl1pPr>
    </p:titleStyle>
    <p:bodyStyle>
      <a:lvl1pPr xmlns:a="http://schemas.openxmlformats.org/drawingml/2006/main" marL="228600" indent="-228600" algn="l" defTabSz="914400">
        <a:lnSpc>
          <a:spcPct val="90000"/>
        </a:lnSpc>
        <a:spcBef>
          <a:spcPts val="1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9pPr>
    </p:otherStyle>
  </p:txStyles>
  <p:extLst>
    <p:ext uri="{27BBF7A9-308A-43DC-89C8-2F10F3537804}">
      <p15:sldGuideLst xmlns:p15="http://schemas.microsoft.com/office/powerpoint/2012/main">
        <p15:guide id="1" userDrawn="1">
          <p15:clr>
            <a:srgbClr xmlns:a="http://schemas.openxmlformats.org/drawingml/2006/main" val="F26B43"/>
          </p15:clr>
        </p15:guide>
        <p15:guide id="2" pos="7680" userDrawn="1">
          <p15:clr>
            <a:srgbClr xmlns:a="http://schemas.openxmlformats.org/drawingml/2006/main" val="F26B43"/>
          </p15:clr>
        </p15:guide>
        <p15:guide id="3" pos="248" userDrawn="1">
          <p15:clr>
            <a:srgbClr xmlns:a="http://schemas.openxmlformats.org/drawingml/2006/main" val="F26B43"/>
          </p15:clr>
        </p15:guide>
        <p15:guide id="4" pos="1264" userDrawn="1">
          <p15:clr>
            <a:srgbClr xmlns:a="http://schemas.openxmlformats.org/drawingml/2006/main" val="F26B43"/>
          </p15:clr>
        </p15:guide>
        <p15:guide id="5" pos="1480" userDrawn="1">
          <p15:clr>
            <a:srgbClr xmlns:a="http://schemas.openxmlformats.org/drawingml/2006/main" val="F26B43"/>
          </p15:clr>
        </p15:guide>
        <p15:guide id="6" pos="2496" userDrawn="1">
          <p15:clr>
            <a:srgbClr xmlns:a="http://schemas.openxmlformats.org/drawingml/2006/main" val="F26B43"/>
          </p15:clr>
        </p15:guide>
        <p15:guide id="7" pos="2712" userDrawn="1">
          <p15:clr>
            <a:srgbClr xmlns:a="http://schemas.openxmlformats.org/drawingml/2006/main" val="F26B43"/>
          </p15:clr>
        </p15:guide>
        <p15:guide id="8" pos="3736" userDrawn="1">
          <p15:clr>
            <a:srgbClr xmlns:a="http://schemas.openxmlformats.org/drawingml/2006/main" val="F26B43"/>
          </p15:clr>
        </p15:guide>
        <p15:guide id="9" pos="3944" userDrawn="1">
          <p15:clr>
            <a:srgbClr xmlns:a="http://schemas.openxmlformats.org/drawingml/2006/main" val="F26B43"/>
          </p15:clr>
        </p15:guide>
        <p15:guide id="10" pos="4968" userDrawn="1">
          <p15:clr>
            <a:srgbClr xmlns:a="http://schemas.openxmlformats.org/drawingml/2006/main" val="F26B43"/>
          </p15:clr>
        </p15:guide>
        <p15:guide id="11" pos="5184" userDrawn="1">
          <p15:clr>
            <a:srgbClr xmlns:a="http://schemas.openxmlformats.org/drawingml/2006/main" val="F26B43"/>
          </p15:clr>
        </p15:guide>
        <p15:guide id="12" pos="6200" userDrawn="1">
          <p15:clr>
            <a:srgbClr xmlns:a="http://schemas.openxmlformats.org/drawingml/2006/main" val="F26B43"/>
          </p15:clr>
        </p15:guide>
        <p15:guide id="13" pos="6416" userDrawn="1">
          <p15:clr>
            <a:srgbClr xmlns:a="http://schemas.openxmlformats.org/drawingml/2006/main" val="F26B43"/>
          </p15:clr>
        </p15:guide>
        <p15:guide id="14" pos="7432" userDrawn="1">
          <p15:clr>
            <a:srgbClr xmlns:a="http://schemas.openxmlformats.org/drawingml/2006/main" val="F26B43"/>
          </p15:clr>
        </p15:guide>
        <p15:guide id="15" orient="horz" userDrawn="1">
          <p15:clr>
            <a:srgbClr xmlns:a="http://schemas.openxmlformats.org/drawingml/2006/main" val="F26B43"/>
          </p15:clr>
        </p15:guide>
        <p15:guide id="17" orient="horz" pos="248" userDrawn="1">
          <p15:clr>
            <a:srgbClr xmlns:a="http://schemas.openxmlformats.org/drawingml/2006/main" val="F26B43"/>
          </p15:clr>
        </p15:guide>
        <p15:guide id="18" orient="horz" pos="656" userDrawn="1">
          <p15:clr>
            <a:srgbClr xmlns:a="http://schemas.openxmlformats.org/drawingml/2006/main" val="F26B43"/>
          </p15:clr>
        </p15:guide>
        <p15:guide id="19" orient="horz" pos="872" userDrawn="1">
          <p15:clr>
            <a:srgbClr xmlns:a="http://schemas.openxmlformats.org/drawingml/2006/main" val="F26B43"/>
          </p15:clr>
        </p15:guide>
        <p15:guide id="20" orient="horz" pos="1280" userDrawn="1">
          <p15:clr>
            <a:srgbClr xmlns:a="http://schemas.openxmlformats.org/drawingml/2006/main" val="F26B43"/>
          </p15:clr>
        </p15:guide>
        <p15:guide id="21" orient="horz" pos="1496" userDrawn="1">
          <p15:clr>
            <a:srgbClr xmlns:a="http://schemas.openxmlformats.org/drawingml/2006/main" val="F26B43"/>
          </p15:clr>
        </p15:guide>
        <p15:guide id="22" orient="horz" pos="1904" userDrawn="1">
          <p15:clr>
            <a:srgbClr xmlns:a="http://schemas.openxmlformats.org/drawingml/2006/main" val="F26B43"/>
          </p15:clr>
        </p15:guide>
        <p15:guide id="23" orient="horz" pos="2120" userDrawn="1">
          <p15:clr>
            <a:srgbClr xmlns:a="http://schemas.openxmlformats.org/drawingml/2006/main" val="F26B43"/>
          </p15:clr>
        </p15:guide>
        <p15:guide id="24" orient="horz" pos="2528" userDrawn="1">
          <p15:clr>
            <a:srgbClr xmlns:a="http://schemas.openxmlformats.org/drawingml/2006/main" val="F26B43"/>
          </p15:clr>
        </p15:guide>
        <p15:guide id="25" orient="horz" pos="2744" userDrawn="1">
          <p15:clr>
            <a:srgbClr xmlns:a="http://schemas.openxmlformats.org/drawingml/2006/main" val="F26B43"/>
          </p15:clr>
        </p15:guide>
        <p15:guide id="26" orient="horz" pos="3152" userDrawn="1">
          <p15:clr>
            <a:srgbClr xmlns:a="http://schemas.openxmlformats.org/drawingml/2006/main" val="F26B43"/>
          </p15:clr>
        </p15:guide>
        <p15:guide id="27" orient="horz" pos="3368" userDrawn="1">
          <p15:clr>
            <a:srgbClr xmlns:a="http://schemas.openxmlformats.org/drawingml/2006/main" val="F26B43"/>
          </p15:clr>
        </p15:guide>
        <p15:guide id="28" orient="horz" pos="3776" userDrawn="1">
          <p15:clr>
            <a:srgbClr xmlns:a="http://schemas.openxmlformats.org/drawingml/2006/main" val="F26B43"/>
          </p15:clr>
        </p15:guide>
        <p15:guide id="29" orient="horz" pos="4088" userDrawn="1">
          <p15:clr>
            <a:srgbClr xmlns:a="http://schemas.openxmlformats.org/drawingml/2006/main" val="F26B43"/>
          </p15:clr>
        </p15:guide>
      </p15:sldGuideLst>
    </p:ext>
  </p:extLst>
</p:sldMaster>
</file>

<file path=ppt/slideMasters/theme/theme2.xml><?xml version="1.0" encoding="utf-8"?>
<a:theme xmlns:a="http://schemas.openxmlformats.org/drawingml/2006/main" name="Default Codex Theme">
  <a:themeElements>
    <a:clrScheme name="Color Block Theme">
      <a:dk1>
        <a:srgbClr val="000000"/>
      </a:dk1>
      <a:lt1>
        <a:srgbClr val="FFFFFF"/>
      </a:lt1>
      <a:dk2>
        <a:srgbClr val="393939"/>
      </a:dk2>
      <a:lt2>
        <a:srgbClr val="F5F5F5"/>
      </a:lt2>
      <a:accent1>
        <a:srgbClr val="2ED978"/>
      </a:accent1>
      <a:accent2>
        <a:srgbClr val="9FB6FE"/>
      </a:accent2>
      <a:accent3>
        <a:srgbClr val="F3F161"/>
      </a:accent3>
      <a:accent4>
        <a:srgbClr val="FF5F27"/>
      </a:accent4>
      <a:accent5>
        <a:srgbClr val="5EC4FF"/>
      </a:accent5>
      <a:accent6>
        <a:srgbClr val="3C7DA3"/>
      </a:accent6>
      <a:hlink>
        <a:srgbClr val="FFA83A"/>
      </a:hlink>
      <a:folHlink>
        <a:srgbClr val="96607D"/>
      </a:folHlink>
    </a:clrScheme>
    <a:fontScheme name="Inter">
      <a:majorFont>
        <a:latin typeface="Inter"/>
        <a:ea typeface=""/>
        <a:cs typeface=""/>
      </a:majorFont>
      <a:minorFont>
        <a:latin typeface="Inter"/>
        <a:ea typeface=""/>
        <a:cs typeface=""/>
      </a:minorFont>
    </a:fontScheme>
    <a:fmtScheme name="Color Block Theme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d0b554baa94433a" /><Relationship Type="http://schemas.openxmlformats.org/officeDocument/2006/relationships/image" Target="/ppt/media/image3.png" Id="R7641d41f47884188" /><Relationship Type="http://schemas.openxmlformats.org/officeDocument/2006/relationships/notesSlide" Target="/ppt/notesSlides/notesSlide1.xml" Id="R2b9e0a3bd9404d82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373d2d14106a4cbd" /><Relationship Type="http://schemas.openxmlformats.org/officeDocument/2006/relationships/notesSlide" Target="/ppt/notesSlides/notesSlide2.xml" Id="R729a764761d347d6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4a331cdfd5054a56" /><Relationship Type="http://schemas.openxmlformats.org/officeDocument/2006/relationships/notesSlide" Target="/ppt/notesSlides/notesSlide3.xml" Id="Ree91aeeec0864ed2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5.xml" Id="Rc150b779b4ea418c" /><Relationship Type="http://schemas.openxmlformats.org/officeDocument/2006/relationships/notesSlide" Target="/ppt/notesSlides/notesSlide4.xml" Id="R2ade693e57bf4197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4.xml" Id="R0c9ed778f38148fc" /><Relationship Type="http://schemas.openxmlformats.org/officeDocument/2006/relationships/notesSlide" Target="/ppt/notesSlides/notesSlide5.xml" Id="R9e73229822e74370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c416355acfcf442d" /><Relationship Type="http://schemas.openxmlformats.org/officeDocument/2006/relationships/notesSlide" Target="/ppt/notesSlides/notesSlide6.xml" Id="R3c26f1acce344f11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084553abe68746e7" /><Relationship Type="http://schemas.openxmlformats.org/officeDocument/2006/relationships/notesSlide" Target="/ppt/notesSlides/notesSlide7.xml" Id="Rc4f13a17b7744985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4.xml" Id="R173f38000a104fb7" /><Relationship Type="http://schemas.openxmlformats.org/officeDocument/2006/relationships/notesSlide" Target="/ppt/notesSlides/notesSlide8.xml" Id="R61eaa45cf7124b5b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e59d7d513594195" /><Relationship Type="http://schemas.openxmlformats.org/officeDocument/2006/relationships/image" Target="/ppt/media/image3.png" Id="R770daec9c5f44076" /><Relationship Type="http://schemas.openxmlformats.org/officeDocument/2006/relationships/notesSlide" Target="/ppt/notesSlides/notesSlide9.xml" Id="R011f949a177a45e5" /></Relationships>
</file>

<file path=ppt/slides/slide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itle 3">
            <a:extLst xmlns:a="http://schemas.openxmlformats.org/drawingml/2006/main">
              <a:ext uri="{FF2B5EF4-FFF2-40B4-BE49-F238E27FC236}">
                <a16:creationId xmlns:a16="http://schemas.microsoft.com/office/drawing/2014/main" id="{94324DD7-B2A7-C70F-0160-11F227D46A09}"/>
              </a:ext>
            </a:extLst>
          </p:cNvPr>
          <p:cNvSpPr>
            <a:spLocks xmlns:a="http://schemas.openxmlformats.org/drawingml/2006/main" noGrp="1"/>
          </p:cNvSpPr>
          <p:nvPr>
            <p:ph type="ctrTitle" idx="0"/>
          </p:nvPr>
        </p:nvSpPr>
        <p:spPr>
          <a:xfrm xmlns:a="http://schemas.openxmlformats.org/drawingml/2006/main">
            <a:off x="626339" y="449662"/>
            <a:ext cx="6730425" cy="2401447"/>
          </a:xfrm>
        </p:spPr>
        <p:txBody>
          <a:bodyPr xmlns:a="http://schemas.openxmlformats.org/drawingml/2006/main" anchor="b">
            <a:normAutofit fontScale="81057"/>
          </a:bodyPr>
          <a:lstStyle xmlns:a="http://schemas.openxmlformats.org/drawingml/2006/main"/>
          <a:p xmlns:a="http://schemas.openxmlformats.org/drawingml/2006/main">
            <a:pPr>
              <a:defRPr>
                <a:latin typeface="Prompt"/>
                <a:ea typeface="Prompt"/>
                <a:cs typeface="Prompt"/>
              </a:defRPr>
            </a:pPr>
            <a:r>
              <a:rPr sz="7200">
                <a:solidFill>
                  <a:schemeClr val="accent6">
                    <a:lumMod val="75000"/>
                  </a:schemeClr>
                </a:solidFill>
                <a:latin typeface="Prompt"/>
                <a:ea typeface="Prompt"/>
                <a:cs typeface="Prompt"/>
              </a:rPr>
              <a:t>Enterprise SOP</a:t>
            </a:r>
          </a:p>
          <a:p xmlns:a="http://schemas.openxmlformats.org/drawingml/2006/main">
            <a:pPr>
              <a:defRPr>
                <a:latin typeface="Prompt"/>
                <a:ea typeface="Prompt"/>
                <a:cs typeface="Prompt"/>
              </a:defRPr>
            </a:pPr>
            <a:r>
              <a:rPr sz="7200">
                <a:solidFill>
                  <a:schemeClr val="accent6">
                    <a:lumMod val="75000"/>
                  </a:schemeClr>
                </a:solidFill>
                <a:latin typeface="Prompt"/>
                <a:ea typeface="Prompt"/>
                <a:cs typeface="Prompt"/>
              </a:rPr>
              <a:t>App + WINSpeed + TruckScale</a:t>
            </a:r>
          </a:p>
        </p:txBody>
      </p:sp>
      <p:sp>
        <p:nvSpPr>
          <p:cNvPr id="5" name="Subtitle 4">
            <a:extLst xmlns:a="http://schemas.openxmlformats.org/drawingml/2006/main">
              <a:ext uri="{FF2B5EF4-FFF2-40B4-BE49-F238E27FC236}">
                <a16:creationId xmlns:a16="http://schemas.microsoft.com/office/drawing/2014/main" id="{43501A55-18E1-9822-7454-1E3D85380DC1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642669" y="3564938"/>
            <a:ext cx="3758374" cy="614676"/>
          </a:xfrm>
        </p:spPr>
        <p:txBody>
          <a:bodyPr xmlns:a="http://schemas.openxmlformats.org/drawingml/2006/main">
            <a:normAutofit fontScale="98765"/>
          </a:bodyPr>
          <a:lstStyle xmlns:a="http://schemas.openxmlformats.org/drawingml/2006/main"/>
          <a:p xmlns:a="http://schemas.openxmlformats.org/drawingml/2006/main">
            <a:pPr>
              <a:defRPr>
                <a:latin typeface="Prompt"/>
                <a:ea typeface="Prompt"/>
                <a:cs typeface="Prompt"/>
              </a:defRPr>
            </a:pPr>
            <a:r>
              <a:rPr sz="1800">
                <a:latin typeface="Prompt"/>
                <a:ea typeface="Prompt"/>
                <a:cs typeface="Prompt"/>
              </a:rPr>
              <a:t>WF-SOP-ENT-001  |  ฉบับ 1.0</a:t>
            </a:r>
          </a:p>
          <a:p xmlns:a="http://schemas.openxmlformats.org/drawingml/2006/main">
            <a:pPr>
              <a:defRPr>
                <a:latin typeface="Prompt"/>
                <a:ea typeface="Prompt"/>
                <a:cs typeface="Prompt"/>
              </a:defRPr>
            </a:pPr>
            <a:r>
              <a:rPr sz="1800">
                <a:latin typeface="Prompt"/>
                <a:ea typeface="Prompt"/>
                <a:cs typeface="Prompt"/>
              </a:rPr>
              <a:t>25 สิงหาคม 2569</a:t>
            </a:r>
          </a:p>
        </p:txBody>
      </p:sp>
      <p:pic>
        <p:nvPicPr>
          <p:cNvPr id="9" name="Picture 2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641d41f47884188"/>
          <a:srcRect xmlns:a="http://schemas.openxmlformats.org/drawingml/2006/main" l="0" t="25645" r="0" b="61469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4763386"/>
            <a:ext cx="12190542" cy="2094614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12496169"/>
      </p:ext>
    </p:extLst>
  </p:cSld>
</p:sld>
</file>

<file path=ppt/slides/slide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Number Placeholder 1">
            <a:extLst xmlns:a="http://schemas.openxmlformats.org/drawingml/2006/main">
              <a:ext uri="{FF2B5EF4-FFF2-40B4-BE49-F238E27FC236}">
                <a16:creationId xmlns:a16="http://schemas.microsoft.com/office/drawing/2014/main" id="{B3BD1300-E71C-732F-134B-B7EE0492A9B7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/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>
                <a:latin typeface="Prompt"/>
                <a:ea typeface="Prompt"/>
                <a:cs typeface="Prompt"/>
              </a:defRPr>
            </a:pPr>
            <a:fld id="{E2598689-54C9-18A7-3A19-ED76AA08988F}" type="slidenum">
              <a:rPr>
                <a:latin typeface="Prompt"/>
                <a:ea typeface="Prompt"/>
                <a:cs typeface="Prompt"/>
              </a:rPr>
              <a:t>2</a:t>
            </a:fld>
            <a:endParaRPr/>
          </a:p>
        </p:txBody>
      </p:sp>
      <p:sp>
        <p:nvSpPr>
          <p:cNvPr id="3" name="Title 2">
            <a:extLst xmlns:a="http://schemas.openxmlformats.org/drawingml/2006/main">
              <a:ext uri="{FF2B5EF4-FFF2-40B4-BE49-F238E27FC236}">
                <a16:creationId xmlns:a16="http://schemas.microsoft.com/office/drawing/2014/main" id="{FC59BB80-DF6A-0532-F91A-4A78B8E5820E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393700" y="883398"/>
            <a:ext cx="7835900" cy="635159"/>
          </a:xfrm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>
                <a:latin typeface="Prompt"/>
                <a:ea typeface="Prompt"/>
                <a:cs typeface="Prompt"/>
              </a:defRPr>
            </a:pPr>
            <a:r>
              <a:rPr>
                <a:latin typeface="Prompt"/>
                <a:ea typeface="Prompt"/>
                <a:cs typeface="Prompt"/>
              </a:rPr>
              <a:t>Enterprise control model</a:t>
            </a:r>
          </a:p>
        </p:txBody>
      </p:sp>
      <p:graphicFrame>
        <p:nvGraphicFramePr>
          <p:cNvPr id="9" name="Table 3"/>
          <p:cNvGraphicFramePr/>
          <p:nvPr/>
        </p:nvGraphicFramePr>
        <p:xfrm>
          <a:off xmlns:a="http://schemas.openxmlformats.org/drawingml/2006/main" x="393700" y="1689098"/>
          <a:ext xmlns:a="http://schemas.openxmlformats.org/drawingml/2006/main" cx="11404600" cy="4305300"/>
        </p:xfrm>
        <a:graphic xmlns:a="http://schemas.openxmlformats.org/drawingml/2006/main"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78509"/>
                <a:gridCol w="10526091"/>
              </a:tblGrid>
              <a:tr h="717550">
                <a:tc>
                  <a:txBody>
                    <a:bodyPr>
                      <a:normAutofit/>
                    </a:bodyPr>
                    <a:lstStyle/>
                    <a:p>
                      <a:pPr marL="0" marR="0" lvl="0" indent="0" algn="l" defTabSz="91440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sz="2900" b="0" i="0" u="none" cap="none" spc="0">
                          <a:ln>
                            <a:noFill/>
                          </a:ln>
                          <a:solidFill>
                            <a:schemeClr val="accent6"/>
                          </a:solidFill>
                          <a:latin typeface="Prompt"/>
                          <a:ea typeface="Prompt"/>
                          <a:cs typeface="Prompt"/>
                        </a:rPr>
                        <a:t>01</a:t>
                      </a:r>
                    </a:p>
                  </a:txBody>
                  <a:tcPr marL="0" marR="91440" marT="45720" marB="4572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pPr marL="0" marR="0" lvl="0" indent="0" algn="l" defTabSz="91440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sz="2900" b="0" i="0" u="none" cap="none" spc="0">
                          <a:ln>
                            <a:noFill/>
                          </a:ln>
                          <a:solidFill>
                            <a:prstClr val="black"/>
                          </a:solidFill>
                          <a:latin typeface="Prompt"/>
                          <a:ea typeface="Prompt"/>
                          <a:cs typeface="Prompt"/>
                        </a:rPr>
                        <a:t>ขอบเขตและผลลัพธ์</a:t>
                      </a:r>
                    </a:p>
                  </a:txBody>
                  <a:tcPr marL="0" marR="91440" marT="45720" marB="4572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</a:tr>
              <a:tr h="717550">
                <a:tc>
                  <a:txBody>
                    <a:bodyPr>
                      <a:normAutofit/>
                    </a:bodyPr>
                    <a:lstStyle/>
                    <a:p>
                      <a:pPr marL="0" marR="0" lvl="0" indent="0" algn="l" defTabSz="91440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sz="2900" b="0" i="0" u="none" cap="none" spc="0">
                          <a:ln>
                            <a:noFill/>
                          </a:ln>
                          <a:solidFill>
                            <a:schemeClr val="accent6"/>
                          </a:solidFill>
                          <a:latin typeface="Prompt"/>
                          <a:ea typeface="Prompt"/>
                          <a:cs typeface="Prompt"/>
                        </a:rPr>
                        <a:t>02</a:t>
                      </a:r>
                    </a:p>
                  </a:txBody>
                  <a:tcPr marL="0" marR="91440" marT="45720" marB="4572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pPr marL="0" marR="0" lvl="0" indent="0" algn="l" defTabSz="91440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sz="2900" b="0" i="0" u="none" cap="none" spc="0">
                          <a:ln>
                            <a:noFill/>
                          </a:ln>
                          <a:solidFill>
                            <a:prstClr val="black"/>
                          </a:solidFill>
                          <a:latin typeface="Prompt"/>
                          <a:ea typeface="Prompt"/>
                          <a:cs typeface="Prompt"/>
                        </a:rPr>
                        <a:t>บทบาทและ Gate</a:t>
                      </a:r>
                    </a:p>
                  </a:txBody>
                  <a:tcPr marL="0" marR="91440" marT="45720" marB="4572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</a:tr>
              <a:tr h="717550">
                <a:tc>
                  <a:txBody>
                    <a:bodyPr>
                      <a:normAutofit/>
                    </a:bodyPr>
                    <a:lstStyle/>
                    <a:p>
                      <a:pPr marL="0" marR="0" lvl="0" indent="0" algn="l" defTabSz="91440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sz="2900" b="0" i="0" u="none" cap="none" spc="0">
                          <a:ln>
                            <a:noFill/>
                          </a:ln>
                          <a:solidFill>
                            <a:schemeClr val="accent6"/>
                          </a:solidFill>
                          <a:latin typeface="Prompt"/>
                          <a:ea typeface="Prompt"/>
                          <a:cs typeface="Prompt"/>
                        </a:rPr>
                        <a:t>03</a:t>
                      </a:r>
                    </a:p>
                  </a:txBody>
                  <a:tcPr marL="0" marR="91440" marT="45720" marB="4572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pPr marL="0" marR="0" lvl="0" indent="0" algn="l" defTabSz="91440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sz="2900" b="0" i="0" u="none" cap="none" spc="0">
                          <a:ln>
                            <a:noFill/>
                          </a:ln>
                          <a:solidFill>
                            <a:prstClr val="black"/>
                          </a:solidFill>
                          <a:latin typeface="Prompt"/>
                          <a:ea typeface="Prompt"/>
                          <a:cs typeface="Prompt"/>
                        </a:rPr>
                        <a:t>ขั้นตอนปฏิบัติ</a:t>
                      </a:r>
                    </a:p>
                  </a:txBody>
                  <a:tcPr marL="0" marR="91440" marT="45720" marB="4572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</a:tr>
              <a:tr h="717550">
                <a:tc>
                  <a:txBody>
                    <a:bodyPr>
                      <a:normAutofit/>
                    </a:bodyPr>
                    <a:lstStyle/>
                    <a:p>
                      <a:pPr marL="0" marR="0" lvl="0" indent="0" algn="l" defTabSz="91440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sz="2900" b="0" i="0" u="none" cap="none" spc="0">
                          <a:ln>
                            <a:noFill/>
                          </a:ln>
                          <a:solidFill>
                            <a:schemeClr val="accent6"/>
                          </a:solidFill>
                          <a:latin typeface="Prompt"/>
                          <a:ea typeface="Prompt"/>
                          <a:cs typeface="Prompt"/>
                        </a:rPr>
                        <a:t>04</a:t>
                      </a:r>
                    </a:p>
                  </a:txBody>
                  <a:tcPr marL="0" marR="91440" marT="45720" marB="4572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pPr marL="0" marR="0" lvl="0" indent="0" algn="l" defTabSz="91440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sz="2900" b="0" i="0" u="none" cap="none" spc="0">
                          <a:ln>
                            <a:noFill/>
                          </a:ln>
                          <a:solidFill>
                            <a:prstClr val="black"/>
                          </a:solidFill>
                          <a:latin typeface="Prompt"/>
                          <a:ea typeface="Prompt"/>
                          <a:cs typeface="Prompt"/>
                        </a:rPr>
                        <a:t>Stop Work / Exception</a:t>
                      </a:r>
                    </a:p>
                  </a:txBody>
                  <a:tcPr marL="0" marR="91440" marT="45720" marB="4572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</a:tr>
              <a:tr h="717550">
                <a:tc>
                  <a:txBody>
                    <a:bodyPr>
                      <a:normAutofit/>
                    </a:bodyPr>
                    <a:lstStyle/>
                    <a:p>
                      <a:pPr marL="0" marR="0" lvl="0" indent="0" algn="l" defTabSz="91440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sz="2900" b="0" i="0" u="none" cap="none" spc="0">
                          <a:ln>
                            <a:noFill/>
                          </a:ln>
                          <a:solidFill>
                            <a:schemeClr val="accent6"/>
                          </a:solidFill>
                          <a:latin typeface="Prompt"/>
                          <a:ea typeface="Prompt"/>
                          <a:cs typeface="Prompt"/>
                        </a:rPr>
                        <a:t>05</a:t>
                      </a:r>
                    </a:p>
                  </a:txBody>
                  <a:tcPr marL="0" marR="91440" marT="45720" marB="4572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pPr marL="0" marR="0" lvl="0" indent="0" algn="l" defTabSz="91440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sz="2900" b="0" i="0" u="none" cap="none" spc="0">
                          <a:ln>
                            <a:noFill/>
                          </a:ln>
                          <a:solidFill>
                            <a:prstClr val="black"/>
                          </a:solidFill>
                          <a:latin typeface="Prompt"/>
                          <a:ea typeface="Prompt"/>
                          <a:cs typeface="Prompt"/>
                        </a:rPr>
                        <a:t>Records และ KPI</a:t>
                      </a:r>
                    </a:p>
                  </a:txBody>
                  <a:tcPr marL="0" marR="91440" marT="45720" marB="4572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</a:tr>
              <a:tr h="717550">
                <a:tc>
                  <a:txBody>
                    <a:bodyPr>
                      <a:normAutofit/>
                    </a:bodyPr>
                    <a:lstStyle/>
                    <a:p>
                      <a:pPr marL="0" marR="0" lvl="0" indent="0" algn="l" defTabSz="91440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sz="2900" b="0" i="0" u="none" cap="none" spc="0">
                          <a:ln>
                            <a:noFill/>
                          </a:ln>
                          <a:solidFill>
                            <a:schemeClr val="accent6"/>
                          </a:solidFill>
                          <a:latin typeface="Prompt"/>
                          <a:ea typeface="Prompt"/>
                          <a:cs typeface="Prompt"/>
                        </a:rPr>
                        <a:t>06</a:t>
                      </a:r>
                    </a:p>
                  </a:txBody>
                  <a:tcPr marL="0" marR="91440" marT="45720" marB="4572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pPr marL="0" marR="0" lvl="0" indent="0" algn="l" defTabSz="91440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sz="2900" b="0" i="0" u="none" cap="none" spc="0">
                          <a:ln>
                            <a:noFill/>
                          </a:ln>
                          <a:solidFill>
                            <a:prstClr val="black"/>
                          </a:solidFill>
                          <a:latin typeface="Prompt"/>
                          <a:ea typeface="Prompt"/>
                          <a:cs typeface="Prompt"/>
                        </a:rPr>
                        <a:t>Checklist / Action</a:t>
                      </a:r>
                    </a:p>
                  </a:txBody>
                  <a:tcPr marL="0" marR="91440" marT="45720" marB="4572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915877402"/>
      </p:ext>
    </p:extLst>
  </p:cSld>
</p:sld>
</file>

<file path=ppt/slides/slide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32" name="Google Shape;532;p58">
            <a:extLst xmlns:a="http://schemas.openxmlformats.org/drawingml/2006/main">
              <a:ext uri="{FF2B5EF4-FFF2-40B4-BE49-F238E27FC236}">
                <a16:creationId xmlns:a16="http://schemas.microsoft.com/office/drawing/2014/main" id="{C69FA6D2-2D50-9DC8-E5DD-C4C1EAE88DCF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vert="horz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>
                <a:latin typeface="Prompt"/>
                <a:ea typeface="Prompt"/>
                <a:cs typeface="Prompt"/>
              </a:defRPr>
            </a:pPr>
            <a:fld id="{202359C0-8A7A-196E-DD58-8E6569619F09}" type="slidenum">
              <a:rPr>
                <a:latin typeface="Prompt"/>
                <a:ea typeface="Prompt"/>
                <a:cs typeface="Prompt"/>
              </a:rPr>
              <a:t>3</a:t>
            </a:fld>
            <a:endParaRPr/>
          </a:p>
        </p:txBody>
      </p:sp>
      <p:sp>
        <p:nvSpPr>
          <p:cNvPr id="533" name="Google Shape;533;p58">
            <a:extLst xmlns:a="http://schemas.openxmlformats.org/drawingml/2006/main">
              <a:ext uri="{FF2B5EF4-FFF2-40B4-BE49-F238E27FC236}">
                <a16:creationId xmlns:a16="http://schemas.microsoft.com/office/drawing/2014/main" id="{E7B2D062-27A4-4C85-912F-42FC88B4DB91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393700" y="344008"/>
            <a:ext cx="9448800" cy="3669192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vert="horz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>
                <a:latin typeface="Prompt"/>
                <a:ea typeface="Prompt"/>
                <a:cs typeface="Prompt"/>
              </a:defRPr>
            </a:pPr>
            <a:r>
              <a:rPr sz="4800">
                <a:latin typeface="Prompt"/>
                <a:ea typeface="Prompt"/>
                <a:cs typeface="Prompt"/>
              </a:rPr>
              <a:t>ธุรกรรมจบเมื่อสามระบบ trace ได้</a:t>
            </a:r>
            <a:endParaRPr sz="4800"/>
          </a:p>
          <a:p xmlns:a="http://schemas.openxmlformats.org/drawingml/2006/main">
            <a:pPr>
              <a:defRPr>
                <a:latin typeface="Prompt"/>
                <a:ea typeface="Prompt"/>
                <a:cs typeface="Prompt"/>
              </a:defRPr>
            </a:pPr>
            <a:r>
              <a:rPr sz="4800">
                <a:latin typeface="Prompt"/>
                <a:ea typeface="Prompt"/>
                <a:cs typeface="Prompt"/>
              </a:rPr>
              <a:t>และ exception คงค้าง = 0</a:t>
            </a:r>
            <a:endParaRPr sz="4800"/>
          </a:p>
        </p:txBody>
      </p:sp>
      <p:sp>
        <p:nvSpPr>
          <p:cNvPr id="4" name="Content Placeholder 15">
            <a:extLst xmlns:a="http://schemas.openxmlformats.org/drawingml/2006/main">
              <a:ext uri="{FF2B5EF4-FFF2-40B4-BE49-F238E27FC236}">
                <a16:creationId xmlns:a16="http://schemas.microsoft.com/office/drawing/2014/main" id="{45D116A3-5F26-E766-2FA6-F7F59839F2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5300" y="4826000"/>
            <a:ext cx="3568700" cy="1168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>
            <a:lvl1pPr marL="228600" indent="-228600" algn="l" defTabSz="914400">
              <a:lnSpc>
                <a:spcPct val="90000"/>
              </a:lnSpc>
              <a:spcBef>
                <a:spcPts val="1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None/>
              <a:defRPr>
                <a:latin typeface="Prompt"/>
                <a:ea typeface="Prompt"/>
                <a:cs typeface="Prompt"/>
              </a:defRPr>
            </a:pPr>
            <a:r>
              <a:rPr sz="1600">
                <a:latin typeface="Prompt"/>
                <a:ea typeface="Prompt"/>
                <a:cs typeface="Prompt"/>
              </a:rPr>
              <a:t>System of Action</a:t>
            </a:r>
          </a:p>
          <a:p xmlns:a="http://schemas.openxmlformats.org/drawingml/2006/main"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None/>
              <a:defRPr>
                <a:latin typeface="Prompt"/>
                <a:ea typeface="Prompt"/>
                <a:cs typeface="Prompt"/>
              </a:defRPr>
            </a:pPr>
            <a:r>
              <a:rPr sz="1600">
                <a:latin typeface="Prompt"/>
                <a:ea typeface="Prompt"/>
                <a:cs typeface="Prompt"/>
              </a:rPr>
              <a:t>App คุม workflow • WINSpeed คุม native docs • Scale คุมน้ำหนัก</a:t>
            </a:r>
          </a:p>
        </p:txBody>
      </p:sp>
      <p:sp>
        <p:nvSpPr>
          <p:cNvPr id="7" name="Text Placeholder 16">
            <a:extLst xmlns:a="http://schemas.openxmlformats.org/drawingml/2006/main">
              <a:ext uri="{FF2B5EF4-FFF2-40B4-BE49-F238E27FC236}">
                <a16:creationId xmlns:a16="http://schemas.microsoft.com/office/drawing/2014/main" id="{D7F79475-D2E6-1673-5BE0-6CAB7E3D8E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4826000"/>
            <a:ext cx="3568700" cy="1168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>
            <a:lvl1pPr marL="228600" indent="-228600" algn="l" defTabSz="914400">
              <a:lnSpc>
                <a:spcPct val="90000"/>
              </a:lnSpc>
              <a:spcBef>
                <a:spcPts val="1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None/>
              <a:defRPr>
                <a:latin typeface="Prompt"/>
                <a:ea typeface="Prompt"/>
                <a:cs typeface="Prompt"/>
              </a:defRPr>
            </a:pPr>
            <a:r>
              <a:rPr sz="1600">
                <a:solidFill>
                  <a:prstClr val="black"/>
                </a:solidFill>
                <a:latin typeface="Prompt"/>
                <a:ea typeface="Prompt"/>
                <a:cs typeface="Prompt"/>
              </a:rPr>
              <a:t>Completion gate</a:t>
            </a:r>
          </a:p>
          <a:p xmlns:a="http://schemas.openxmlformats.org/drawingml/2006/main"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None/>
              <a:defRPr>
                <a:latin typeface="Prompt"/>
                <a:ea typeface="Prompt"/>
                <a:cs typeface="Prompt"/>
              </a:defRPr>
            </a:pPr>
            <a:r>
              <a:rPr sz="1600">
                <a:solidFill>
                  <a:prstClr val="black"/>
                </a:solidFill>
                <a:latin typeface="Prompt"/>
                <a:ea typeface="Prompt"/>
                <a:cs typeface="Prompt"/>
              </a:rPr>
              <a:t>103/104/116/ticket/203/206 + App status ต้องสอดคล้อง</a:t>
            </a:r>
          </a:p>
        </p:txBody>
      </p:sp>
      <p:sp>
        <p:nvSpPr>
          <p:cNvPr id="8" name="Google Shape;340;p61">
            <a:extLst xmlns:a="http://schemas.openxmlformats.org/drawingml/2006/main">
              <a:ext uri="{FF2B5EF4-FFF2-40B4-BE49-F238E27FC236}">
                <a16:creationId xmlns:a16="http://schemas.microsoft.com/office/drawing/2014/main" id="{E99A300F-A62D-2D4C-A8CC-7A2B40C7F1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5300" y="4356100"/>
            <a:ext cx="257187" cy="257089"/>
          </a:xfrm>
          <a:custGeom xmlns:a="http://schemas.openxmlformats.org/drawingml/2006/main">
            <a:rect l="l" t="t" r="r" b="b"/>
            <a:pathLst>
              <a:path w="21600" h="21600">
                <a:moveTo>
                  <a:pt x="10800" y="2160"/>
                </a:moveTo>
                <a:cubicBezTo>
                  <a:pt x="6029" y="2160"/>
                  <a:pt x="2160" y="6029"/>
                  <a:pt x="2160" y="10800"/>
                </a:cubicBezTo>
                <a:cubicBezTo>
                  <a:pt x="2160" y="15571"/>
                  <a:pt x="6029" y="19440"/>
                  <a:pt x="10800" y="19440"/>
                </a:cubicBezTo>
                <a:cubicBezTo>
                  <a:pt x="15571" y="19440"/>
                  <a:pt x="19440" y="15571"/>
                  <a:pt x="19440" y="10800"/>
                </a:cubicBezTo>
                <a:cubicBezTo>
                  <a:pt x="19440" y="6029"/>
                  <a:pt x="15571" y="2160"/>
                  <a:pt x="10800" y="2160"/>
                </a:cubicBezTo>
                <a:close/>
                <a:moveTo>
                  <a:pt x="0" y="10800"/>
                </a:moveTo>
                <a:cubicBezTo>
                  <a:pt x="0" y="4835"/>
                  <a:pt x="4835" y="0"/>
                  <a:pt x="10800" y="0"/>
                </a:cubicBezTo>
                <a:cubicBezTo>
                  <a:pt x="16765" y="0"/>
                  <a:pt x="21600" y="4835"/>
                  <a:pt x="21600" y="10800"/>
                </a:cubicBezTo>
                <a:cubicBezTo>
                  <a:pt x="21600" y="16765"/>
                  <a:pt x="16765" y="21600"/>
                  <a:pt x="10800" y="21600"/>
                </a:cubicBezTo>
                <a:cubicBezTo>
                  <a:pt x="4835" y="21600"/>
                  <a:pt x="0" y="16765"/>
                  <a:pt x="0" y="10800"/>
                </a:cubicBezTo>
                <a:close/>
                <a:moveTo>
                  <a:pt x="15201" y="6407"/>
                </a:moveTo>
                <a:cubicBezTo>
                  <a:pt x="15689" y="6750"/>
                  <a:pt x="15807" y="7424"/>
                  <a:pt x="15463" y="7911"/>
                </a:cubicBezTo>
                <a:lnTo>
                  <a:pt x="10333" y="15201"/>
                </a:lnTo>
                <a:cubicBezTo>
                  <a:pt x="10144" y="15470"/>
                  <a:pt x="9844" y="15637"/>
                  <a:pt x="9517" y="15658"/>
                </a:cubicBezTo>
                <a:cubicBezTo>
                  <a:pt x="9190" y="15678"/>
                  <a:pt x="8871" y="15549"/>
                  <a:pt x="8651" y="15307"/>
                </a:cubicBezTo>
                <a:lnTo>
                  <a:pt x="5951" y="12337"/>
                </a:lnTo>
                <a:cubicBezTo>
                  <a:pt x="5550" y="11895"/>
                  <a:pt x="5583" y="11213"/>
                  <a:pt x="6023" y="10811"/>
                </a:cubicBezTo>
                <a:cubicBezTo>
                  <a:pt x="6465" y="10410"/>
                  <a:pt x="7147" y="10443"/>
                  <a:pt x="7549" y="10883"/>
                </a:cubicBezTo>
                <a:lnTo>
                  <a:pt x="9342" y="12856"/>
                </a:lnTo>
                <a:lnTo>
                  <a:pt x="13697" y="6669"/>
                </a:lnTo>
                <a:cubicBezTo>
                  <a:pt x="14040" y="6181"/>
                  <a:pt x="14714" y="6063"/>
                  <a:pt x="15201" y="6407"/>
                </a:cubicBezTo>
                <a:close/>
              </a:path>
            </a:pathLst>
          </a:custGeom>
          <a:solidFill xmlns:a="http://schemas.openxmlformats.org/drawingml/2006/main">
            <a:schemeClr val="accent5">
              <a:lumMod val="50000"/>
            </a:schemeClr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38100" tIns="38100" rIns="38100" bIns="381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Clr>
                <a:srgbClr val="FFFFFF"/>
              </a:buClr>
              <a:buSzPts val="2400"/>
              <a:buNone/>
            </a:pPr>
            <a:endParaRPr sz="2400">
              <a:solidFill>
                <a:srgbClr val="FFFFFF"/>
              </a:solidFill>
              <a:latin typeface="Helvetica Neue"/>
              <a:ea typeface="Helvetica Neue"/>
              <a:cs typeface="Helvetica Neue"/>
            </a:endParaRPr>
          </a:p>
        </p:txBody>
      </p:sp>
      <p:sp>
        <p:nvSpPr>
          <p:cNvPr id="9" name="Google Shape;340;p61">
            <a:extLst xmlns:a="http://schemas.openxmlformats.org/drawingml/2006/main">
              <a:ext uri="{FF2B5EF4-FFF2-40B4-BE49-F238E27FC236}">
                <a16:creationId xmlns:a16="http://schemas.microsoft.com/office/drawing/2014/main" id="{9715BEEB-6A24-7E57-79F9-6DC76158D2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4158" y="4356100"/>
            <a:ext cx="257187" cy="257089"/>
          </a:xfrm>
          <a:custGeom xmlns:a="http://schemas.openxmlformats.org/drawingml/2006/main">
            <a:rect l="l" t="t" r="r" b="b"/>
            <a:pathLst>
              <a:path w="21600" h="21600">
                <a:moveTo>
                  <a:pt x="10800" y="2160"/>
                </a:moveTo>
                <a:cubicBezTo>
                  <a:pt x="6029" y="2160"/>
                  <a:pt x="2160" y="6029"/>
                  <a:pt x="2160" y="10800"/>
                </a:cubicBezTo>
                <a:cubicBezTo>
                  <a:pt x="2160" y="15571"/>
                  <a:pt x="6029" y="19440"/>
                  <a:pt x="10800" y="19440"/>
                </a:cubicBezTo>
                <a:cubicBezTo>
                  <a:pt x="15571" y="19440"/>
                  <a:pt x="19440" y="15571"/>
                  <a:pt x="19440" y="10800"/>
                </a:cubicBezTo>
                <a:cubicBezTo>
                  <a:pt x="19440" y="6029"/>
                  <a:pt x="15571" y="2160"/>
                  <a:pt x="10800" y="2160"/>
                </a:cubicBezTo>
                <a:close/>
                <a:moveTo>
                  <a:pt x="0" y="10800"/>
                </a:moveTo>
                <a:cubicBezTo>
                  <a:pt x="0" y="4835"/>
                  <a:pt x="4835" y="0"/>
                  <a:pt x="10800" y="0"/>
                </a:cubicBezTo>
                <a:cubicBezTo>
                  <a:pt x="16765" y="0"/>
                  <a:pt x="21600" y="4835"/>
                  <a:pt x="21600" y="10800"/>
                </a:cubicBezTo>
                <a:cubicBezTo>
                  <a:pt x="21600" y="16765"/>
                  <a:pt x="16765" y="21600"/>
                  <a:pt x="10800" y="21600"/>
                </a:cubicBezTo>
                <a:cubicBezTo>
                  <a:pt x="4835" y="21600"/>
                  <a:pt x="0" y="16765"/>
                  <a:pt x="0" y="10800"/>
                </a:cubicBezTo>
                <a:close/>
                <a:moveTo>
                  <a:pt x="15201" y="6407"/>
                </a:moveTo>
                <a:cubicBezTo>
                  <a:pt x="15689" y="6750"/>
                  <a:pt x="15807" y="7424"/>
                  <a:pt x="15463" y="7911"/>
                </a:cubicBezTo>
                <a:lnTo>
                  <a:pt x="10333" y="15201"/>
                </a:lnTo>
                <a:cubicBezTo>
                  <a:pt x="10144" y="15470"/>
                  <a:pt x="9844" y="15637"/>
                  <a:pt x="9517" y="15658"/>
                </a:cubicBezTo>
                <a:cubicBezTo>
                  <a:pt x="9190" y="15678"/>
                  <a:pt x="8871" y="15549"/>
                  <a:pt x="8651" y="15307"/>
                </a:cubicBezTo>
                <a:lnTo>
                  <a:pt x="5951" y="12337"/>
                </a:lnTo>
                <a:cubicBezTo>
                  <a:pt x="5550" y="11895"/>
                  <a:pt x="5583" y="11213"/>
                  <a:pt x="6023" y="10811"/>
                </a:cubicBezTo>
                <a:cubicBezTo>
                  <a:pt x="6465" y="10410"/>
                  <a:pt x="7147" y="10443"/>
                  <a:pt x="7549" y="10883"/>
                </a:cubicBezTo>
                <a:lnTo>
                  <a:pt x="9342" y="12856"/>
                </a:lnTo>
                <a:lnTo>
                  <a:pt x="13697" y="6669"/>
                </a:lnTo>
                <a:cubicBezTo>
                  <a:pt x="14040" y="6181"/>
                  <a:pt x="14714" y="6063"/>
                  <a:pt x="15201" y="6407"/>
                </a:cubicBezTo>
                <a:close/>
              </a:path>
            </a:pathLst>
          </a:custGeom>
          <a:solidFill xmlns:a="http://schemas.openxmlformats.org/drawingml/2006/main">
            <a:schemeClr val="accent5">
              <a:lumMod val="50000"/>
            </a:schemeClr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38100" tIns="38100" rIns="38100" bIns="381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Clr>
                <a:srgbClr val="FFFFFF"/>
              </a:buClr>
              <a:buSzPts val="2400"/>
              <a:buNone/>
            </a:pPr>
            <a:endParaRPr sz="2400">
              <a:solidFill>
                <a:srgbClr val="FFFFFF"/>
              </a:solidFill>
              <a:latin typeface="Helvetica Neue"/>
              <a:ea typeface="Helvetica Neue"/>
              <a:cs typeface="Helvetica Neue"/>
            </a:endParaRPr>
          </a:p>
        </p:txBody>
      </p:sp>
    </p:spTree>
    <p:extLst>
      <p:ext uri="{BB962C8B-B14F-4D97-AF65-F5344CB8AC3E}">
        <p14:creationId xmlns:p14="http://schemas.microsoft.com/office/powerpoint/2010/main" val="473520999"/>
      </p:ext>
    </p:extLst>
  </p:cSld>
</p:sld>
</file>

<file path=ppt/slides/slide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Content Placeholder 15">
            <a:extLst xmlns:a="http://schemas.openxmlformats.org/drawingml/2006/main">
              <a:ext uri="{FF2B5EF4-FFF2-40B4-BE49-F238E27FC236}">
                <a16:creationId xmlns:a16="http://schemas.microsoft.com/office/drawing/2014/main" id="{CBCE0023-EAF6-DE56-0E1C-82DBB43BC553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>
          <a:xfrm xmlns:a="http://schemas.openxmlformats.org/drawingml/2006/main">
            <a:off x="393700" y="5790568"/>
            <a:ext cx="2595934" cy="208200"/>
          </a:xfrm>
        </p:spPr>
        <p:txBody>
          <a:bodyPr xmlns:a="http://schemas.openxmlformats.org/drawingml/2006/main">
            <a:normAutofit fontScale="74898"/>
          </a:bodyPr>
          <a:lstStyle xmlns:a="http://schemas.openxmlformats.org/drawingml/2006/main"/>
          <a:p xmlns:a="http://schemas.openxmlformats.org/drawingml/2006/main"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None/>
              <a:defRPr>
                <a:latin typeface="Prompt"/>
                <a:ea typeface="Prompt"/>
                <a:cs typeface="Prompt"/>
              </a:defRPr>
            </a:pPr>
            <a:r>
              <a:rPr>
                <a:latin typeface="Prompt"/>
                <a:ea typeface="Prompt"/>
                <a:cs typeface="Prompt"/>
              </a:rPr>
              <a:t>G1–G3</a:t>
            </a:r>
          </a:p>
        </p:txBody>
      </p:sp>
      <p:sp>
        <p:nvSpPr>
          <p:cNvPr id="4" name="Slide Number Placeholder 3">
            <a:extLst xmlns:a="http://schemas.openxmlformats.org/drawingml/2006/main">
              <a:ext uri="{FF2B5EF4-FFF2-40B4-BE49-F238E27FC236}">
                <a16:creationId xmlns:a16="http://schemas.microsoft.com/office/drawing/2014/main" id="{7F3FA98E-8546-AC84-6BD4-8DF0BEBBB87D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/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>
                <a:latin typeface="Prompt"/>
                <a:ea typeface="Prompt"/>
                <a:cs typeface="Prompt"/>
              </a:defRPr>
            </a:pPr>
            <a:fld id="{EFD6AB9A-5F9E-5F59-51AB-3C8734130965}" type="slidenum">
              <a:rPr>
                <a:latin typeface="Prompt"/>
                <a:ea typeface="Prompt"/>
                <a:cs typeface="Prompt"/>
              </a:rPr>
              <a:t>4</a:t>
            </a:fld>
            <a:endParaRPr sz="1100"/>
          </a:p>
        </p:txBody>
      </p:sp>
      <p:sp>
        <p:nvSpPr>
          <p:cNvPr id="11" name="Title 10">
            <a:extLst xmlns:a="http://schemas.openxmlformats.org/drawingml/2006/main">
              <a:ext uri="{FF2B5EF4-FFF2-40B4-BE49-F238E27FC236}">
                <a16:creationId xmlns:a16="http://schemas.microsoft.com/office/drawing/2014/main" id="{D802DC3F-F6C4-90E8-847D-BA0C2E4445D3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393700" y="344009"/>
            <a:ext cx="11404600" cy="697392"/>
          </a:xfrm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>
                <a:latin typeface="Prompt"/>
                <a:ea typeface="Prompt"/>
                <a:cs typeface="Prompt"/>
              </a:defRPr>
            </a:pPr>
            <a:r>
              <a:rPr>
                <a:latin typeface="Prompt"/>
                <a:ea typeface="Prompt"/>
                <a:cs typeface="Prompt"/>
              </a:rPr>
              <a:t>Enterprise Gate 3 ช่วง</a:t>
            </a:r>
          </a:p>
        </p:txBody>
      </p:sp>
      <p:sp>
        <p:nvSpPr>
          <p:cNvPr id="17" name="Text Placeholder 16">
            <a:extLst xmlns:a="http://schemas.openxmlformats.org/drawingml/2006/main">
              <a:ext uri="{FF2B5EF4-FFF2-40B4-BE49-F238E27FC236}">
                <a16:creationId xmlns:a16="http://schemas.microsoft.com/office/drawing/2014/main" id="{32BEE64C-6563-1BB7-A623-639AFDE65B97}"/>
              </a:ext>
            </a:extLst>
          </p:cNvPr>
          <p:cNvSpPr>
            <a:spLocks xmlns:a="http://schemas.openxmlformats.org/drawingml/2006/main" noGrp="1"/>
          </p:cNvSpPr>
          <p:nvPr>
            <p:ph type="body" idx="12"/>
          </p:nvPr>
        </p:nvSpPr>
        <p:spPr>
          <a:xfrm xmlns:a="http://schemas.openxmlformats.org/drawingml/2006/main">
            <a:off x="4317119" y="5790568"/>
            <a:ext cx="2595934" cy="208200"/>
          </a:xfrm>
        </p:spPr>
        <p:txBody>
          <a:bodyPr xmlns:a="http://schemas.openxmlformats.org/drawingml/2006/main">
            <a:normAutofit fontScale="74898"/>
          </a:bodyPr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ClrTx/>
              <a:buSzTx/>
              <a:buFont typeface="Arial"/>
              <a:buNone/>
              <a:defRPr>
                <a:latin typeface="Prompt"/>
                <a:ea typeface="Prompt"/>
                <a:cs typeface="Prompt"/>
              </a:defRPr>
            </a:pPr>
            <a:r>
              <a:rPr sz="1600" b="0" i="0" u="none" cap="none" spc="0">
                <a:ln>
                  <a:noFill/>
                </a:ln>
                <a:solidFill>
                  <a:prstClr val="black"/>
                </a:solidFill>
                <a:latin typeface="Prompt"/>
                <a:ea typeface="Prompt"/>
                <a:cs typeface="Prompt"/>
              </a:rPr>
              <a:t>G4–G6</a:t>
            </a:r>
          </a:p>
        </p:txBody>
      </p:sp>
      <p:sp>
        <p:nvSpPr>
          <p:cNvPr id="18" name="Content Placeholder 17">
            <a:extLst xmlns:a="http://schemas.openxmlformats.org/drawingml/2006/main">
              <a:ext uri="{FF2B5EF4-FFF2-40B4-BE49-F238E27FC236}">
                <a16:creationId xmlns:a16="http://schemas.microsoft.com/office/drawing/2014/main" id="{DDFD0C1C-1304-91F0-2C04-3F5E112B7B4E}"/>
              </a:ext>
            </a:extLst>
          </p:cNvPr>
          <p:cNvSpPr>
            <a:spLocks xmlns:a="http://schemas.openxmlformats.org/drawingml/2006/main" noGrp="1"/>
          </p:cNvSpPr>
          <p:nvPr>
            <p:ph idx="13"/>
          </p:nvPr>
        </p:nvSpPr>
        <p:spPr>
          <a:xfrm xmlns:a="http://schemas.openxmlformats.org/drawingml/2006/main">
            <a:off x="8240538" y="5790568"/>
            <a:ext cx="2595934" cy="208200"/>
          </a:xfrm>
        </p:spPr>
        <p:txBody>
          <a:bodyPr xmlns:a="http://schemas.openxmlformats.org/drawingml/2006/main">
            <a:normAutofit fontScale="74898"/>
          </a:bodyPr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ClrTx/>
              <a:buSzTx/>
              <a:buFont typeface="Arial"/>
              <a:buNone/>
              <a:defRPr>
                <a:latin typeface="Prompt"/>
                <a:ea typeface="Prompt"/>
                <a:cs typeface="Prompt"/>
              </a:defRPr>
            </a:pPr>
            <a:r>
              <a:rPr b="0" i="0" u="none" cap="none" spc="0">
                <a:ln>
                  <a:noFill/>
                </a:ln>
                <a:solidFill>
                  <a:prstClr val="black"/>
                </a:solidFill>
                <a:latin typeface="Prompt"/>
                <a:ea typeface="Prompt"/>
                <a:cs typeface="Prompt"/>
              </a:rPr>
              <a:t>G7</a:t>
            </a:r>
          </a:p>
        </p:txBody>
      </p:sp>
      <p:cxnSp>
        <p:nvCxnSpPr>
          <p:cNvPr id="37" name="Google Shape;2259;p159"/>
          <p:cNvCxnSpPr>
            <a:stCxn xmlns:a="http://schemas.openxmlformats.org/drawingml/2006/main" id="3" idx="2"/>
          </p:cNvCxnSpPr>
          <p:nvPr/>
        </p:nvCxnSpPr>
        <p:spPr>
          <a:xfrm xmlns:a="http://schemas.openxmlformats.org/drawingml/2006/main">
            <a:off x="337718" y="5341621"/>
            <a:ext cx="12245400" cy="300"/>
          </a:xfrm>
          <a:prstGeom xmlns:a="http://schemas.openxmlformats.org/drawingml/2006/main" prst="straightConnector1">
            <a:avLst/>
          </a:prstGeom>
          <a:ln xmlns:a="http://schemas.openxmlformats.org/drawingml/2006/main" w="9525" cap="flat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3" name="Google Shape;2260;p159">
            <a:extLst xmlns:a="http://schemas.openxmlformats.org/drawingml/2006/main">
              <a:ext uri="{FF2B5EF4-FFF2-40B4-BE49-F238E27FC236}">
                <a16:creationId xmlns:a16="http://schemas.microsoft.com/office/drawing/2014/main" id="{96976673-0764-B027-B369-C8C94D3950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7718" y="5288071"/>
            <a:ext cx="107100" cy="107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chemeClr val="dk1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OpenAI Sans"/>
              <a:ea typeface="OpenAI Sans"/>
              <a:cs typeface="OpenAI Sans"/>
            </a:endParaRPr>
          </a:p>
        </p:txBody>
      </p:sp>
      <p:sp>
        <p:nvSpPr>
          <p:cNvPr id="5" name="Google Shape;2261;p159">
            <a:extLst xmlns:a="http://schemas.openxmlformats.org/drawingml/2006/main">
              <a:ext uri="{FF2B5EF4-FFF2-40B4-BE49-F238E27FC236}">
                <a16:creationId xmlns:a16="http://schemas.microsoft.com/office/drawing/2014/main" id="{80D9DF3C-FD01-7A5C-C521-9B86480D40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51750" y="5288071"/>
            <a:ext cx="107100" cy="107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chemeClr val="dk1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OpenAI Sans"/>
              <a:ea typeface="OpenAI Sans"/>
              <a:cs typeface="OpenAI Sans"/>
            </a:endParaRPr>
          </a:p>
        </p:txBody>
      </p:sp>
      <p:sp>
        <p:nvSpPr>
          <p:cNvPr id="6" name="Google Shape;2262;p159">
            <a:extLst xmlns:a="http://schemas.openxmlformats.org/drawingml/2006/main">
              <a:ext uri="{FF2B5EF4-FFF2-40B4-BE49-F238E27FC236}">
                <a16:creationId xmlns:a16="http://schemas.microsoft.com/office/drawing/2014/main" id="{37DF6577-8813-93FC-E0AA-22F96D3445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6050" y="5288071"/>
            <a:ext cx="107100" cy="107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chemeClr val="dk1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OpenAI Sans"/>
              <a:ea typeface="OpenAI Sans"/>
              <a:cs typeface="OpenAI Sans"/>
            </a:endParaRPr>
          </a:p>
        </p:txBody>
      </p:sp>
      <p:sp>
        <p:nvSpPr>
          <p:cNvPr id="20" name="Rounded Rectangle 19">
            <a:extLst xmlns:a="http://schemas.openxmlformats.org/drawingml/2006/main">
              <a:ext uri="{FF2B5EF4-FFF2-40B4-BE49-F238E27FC236}">
                <a16:creationId xmlns:a16="http://schemas.microsoft.com/office/drawing/2014/main" id="{18323F9C-3DB1-9BB3-9462-18B6435C10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700" y="1401762"/>
            <a:ext cx="3568700" cy="3619500"/>
          </a:xfrm>
          <a:prstGeom xmlns:a="http://schemas.openxmlformats.org/drawingml/2006/main" prst="roundRect">
            <a:avLst>
              <a:gd name="adj" fmla="val 3585"/>
            </a:avLst>
          </a:prstGeom>
          <a:solidFill xmlns:a="http://schemas.openxmlformats.org/drawingml/2006/main">
            <a:schemeClr val="accent5">
              <a:lumMod val="20000"/>
              <a:lumOff val="80000"/>
            </a:schemeClr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21" name="Content Placeholder 8">
            <a:extLst xmlns:a="http://schemas.openxmlformats.org/drawingml/2006/main">
              <a:ext uri="{FF2B5EF4-FFF2-40B4-BE49-F238E27FC236}">
                <a16:creationId xmlns:a16="http://schemas.microsoft.com/office/drawing/2014/main" id="{052F45FF-C9C5-2664-7FF7-CFEC297378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3381" y="1806797"/>
            <a:ext cx="2949339" cy="2566766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>
            <a:normAutofit fontScale="100000"/>
          </a:bodyPr>
          <a:lstStyle xmlns:a="http://schemas.openxmlformats.org/drawingml/2006/main">
            <a:lvl1pPr marL="228600" indent="-228600" algn="l" defTabSz="914400">
              <a:lnSpc>
                <a:spcPct val="90000"/>
              </a:lnSpc>
              <a:spcBef>
                <a:spcPts val="1000"/>
              </a:spcBef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None/>
              <a:defRPr>
                <a:latin typeface="Prompt"/>
                <a:ea typeface="Prompt"/>
                <a:cs typeface="Prompt"/>
              </a:defRPr>
            </a:pPr>
            <a:r>
              <a:rPr sz="1800">
                <a:solidFill>
                  <a:prstClr val="black"/>
                </a:solidFill>
                <a:latin typeface="Prompt"/>
                <a:ea typeface="Prompt"/>
                <a:cs typeface="Prompt"/>
              </a:rPr>
              <a:t>Order + Booking</a:t>
            </a:r>
          </a:p>
          <a:p xmlns:a="http://schemas.openxmlformats.org/drawingml/2006/main"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None/>
              <a:defRPr>
                <a:latin typeface="Prompt"/>
                <a:ea typeface="Prompt"/>
                <a:cs typeface="Prompt"/>
              </a:defRPr>
            </a:pPr>
            <a:r>
              <a:rPr sz="1800">
                <a:solidFill>
                  <a:prstClr val="black"/>
                </a:solidFill>
                <a:latin typeface="Prompt"/>
                <a:ea typeface="Prompt"/>
                <a:cs typeface="Prompt"/>
              </a:rPr>
              <a:t>App Draft/Verify/Confirm → 103 → Native approval</a:t>
            </a:r>
            <a:endParaRPr/>
          </a:p>
        </p:txBody>
      </p:sp>
      <p:sp>
        <p:nvSpPr>
          <p:cNvPr id="22" name="Rounded Rectangle 21">
            <a:extLst xmlns:a="http://schemas.openxmlformats.org/drawingml/2006/main">
              <a:ext uri="{FF2B5EF4-FFF2-40B4-BE49-F238E27FC236}">
                <a16:creationId xmlns:a16="http://schemas.microsoft.com/office/drawing/2014/main" id="{C3E867C1-C7DA-85C7-C8DC-55F132F292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8475" y="1401762"/>
            <a:ext cx="3568700" cy="3619500"/>
          </a:xfrm>
          <a:prstGeom xmlns:a="http://schemas.openxmlformats.org/drawingml/2006/main" prst="roundRect">
            <a:avLst>
              <a:gd name="adj" fmla="val 3585"/>
            </a:avLst>
          </a:prstGeom>
          <a:solidFill xmlns:a="http://schemas.openxmlformats.org/drawingml/2006/main">
            <a:schemeClr val="accent5">
              <a:lumMod val="20000"/>
              <a:lumOff val="80000"/>
            </a:schemeClr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23" name="Content Placeholder 8">
            <a:extLst xmlns:a="http://schemas.openxmlformats.org/drawingml/2006/main">
              <a:ext uri="{FF2B5EF4-FFF2-40B4-BE49-F238E27FC236}">
                <a16:creationId xmlns:a16="http://schemas.microsoft.com/office/drawing/2014/main" id="{5C40FE43-DE8E-7C68-A6D4-F8D8AECE74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8156" y="1806797"/>
            <a:ext cx="2949339" cy="2566766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>
            <a:normAutofit fontScale="100000"/>
          </a:bodyPr>
          <a:lstStyle xmlns:a="http://schemas.openxmlformats.org/drawingml/2006/main">
            <a:lvl1pPr marL="228600" indent="-228600" algn="l" defTabSz="914400">
              <a:lnSpc>
                <a:spcPct val="90000"/>
              </a:lnSpc>
              <a:spcBef>
                <a:spcPts val="1000"/>
              </a:spcBef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None/>
              <a:defRPr>
                <a:latin typeface="Prompt"/>
                <a:ea typeface="Prompt"/>
                <a:cs typeface="Prompt"/>
              </a:defRPr>
            </a:pPr>
            <a:r>
              <a:rPr sz="1800">
                <a:solidFill>
                  <a:prstClr val="black"/>
                </a:solidFill>
                <a:latin typeface="Prompt"/>
                <a:ea typeface="Prompt"/>
                <a:cs typeface="Prompt"/>
              </a:rPr>
              <a:t>Weigh + Fulfillment</a:t>
            </a:r>
          </a:p>
          <a:p xmlns:a="http://schemas.openxmlformats.org/drawingml/2006/main"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None/>
              <a:defRPr>
                <a:latin typeface="Prompt"/>
                <a:ea typeface="Prompt"/>
                <a:cs typeface="Prompt"/>
              </a:defRPr>
            </a:pPr>
            <a:r>
              <a:rPr sz="1800">
                <a:solidFill>
                  <a:prstClr val="black"/>
                </a:solidFill>
                <a:latin typeface="Prompt"/>
                <a:ea typeface="Prompt"/>
                <a:cs typeface="Prompt"/>
              </a:rPr>
              <a:t>Pre-weigh → Pick/Load → 104/Coupon/116 → Ship</a:t>
            </a:r>
            <a:endParaRPr/>
          </a:p>
        </p:txBody>
      </p:sp>
      <p:sp>
        <p:nvSpPr>
          <p:cNvPr id="24" name="Rounded Rectangle 23">
            <a:extLst xmlns:a="http://schemas.openxmlformats.org/drawingml/2006/main">
              <a:ext uri="{FF2B5EF4-FFF2-40B4-BE49-F238E27FC236}">
                <a16:creationId xmlns:a16="http://schemas.microsoft.com/office/drawing/2014/main" id="{EA9CAD1D-ACB2-1454-6255-0DA0ECB85F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37538" y="1401762"/>
            <a:ext cx="3568700" cy="3619500"/>
          </a:xfrm>
          <a:prstGeom xmlns:a="http://schemas.openxmlformats.org/drawingml/2006/main" prst="roundRect">
            <a:avLst>
              <a:gd name="adj" fmla="val 3585"/>
            </a:avLst>
          </a:prstGeom>
          <a:solidFill xmlns:a="http://schemas.openxmlformats.org/drawingml/2006/main">
            <a:schemeClr val="accent5">
              <a:lumMod val="20000"/>
              <a:lumOff val="80000"/>
            </a:schemeClr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25" name="Content Placeholder 8">
            <a:extLst xmlns:a="http://schemas.openxmlformats.org/drawingml/2006/main">
              <a:ext uri="{FF2B5EF4-FFF2-40B4-BE49-F238E27FC236}">
                <a16:creationId xmlns:a16="http://schemas.microsoft.com/office/drawing/2014/main" id="{AECA4705-7C1E-A1DB-1156-729DDE0C58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47219" y="1806797"/>
            <a:ext cx="2949339" cy="2566766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>
            <a:normAutofit fontScale="100000"/>
          </a:bodyPr>
          <a:lstStyle xmlns:a="http://schemas.openxmlformats.org/drawingml/2006/main">
            <a:lvl1pPr marL="228600" indent="-228600" algn="l" defTabSz="914400">
              <a:lnSpc>
                <a:spcPct val="90000"/>
              </a:lnSpc>
              <a:spcBef>
                <a:spcPts val="1000"/>
              </a:spcBef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None/>
              <a:defRPr>
                <a:latin typeface="Prompt"/>
                <a:ea typeface="Prompt"/>
                <a:cs typeface="Prompt"/>
              </a:defRPr>
            </a:pPr>
            <a:r>
              <a:rPr sz="1800">
                <a:solidFill>
                  <a:prstClr val="black"/>
                </a:solidFill>
                <a:latin typeface="Prompt"/>
                <a:ea typeface="Prompt"/>
                <a:cs typeface="Prompt"/>
              </a:rPr>
              <a:t>Invoice + Close</a:t>
            </a:r>
          </a:p>
          <a:p xmlns:a="http://schemas.openxmlformats.org/drawingml/2006/main"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None/>
              <a:defRPr>
                <a:latin typeface="Prompt"/>
                <a:ea typeface="Prompt"/>
                <a:cs typeface="Prompt"/>
              </a:defRPr>
            </a:pPr>
            <a:r>
              <a:rPr sz="1800">
                <a:solidFill>
                  <a:prstClr val="black"/>
                </a:solidFill>
                <a:latin typeface="Prompt"/>
                <a:ea typeface="Prompt"/>
                <a:cs typeface="Prompt"/>
              </a:rPr>
              <a:t>203/206 → reconciliation → close all exceptions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1678413312"/>
      </p:ext>
    </p:extLst>
  </p:cSld>
</p:sld>
</file>

<file path=ppt/slides/slide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Slide Number Placeholder 3">
            <a:extLst xmlns:a="http://schemas.openxmlformats.org/drawingml/2006/main">
              <a:ext uri="{FF2B5EF4-FFF2-40B4-BE49-F238E27FC236}">
                <a16:creationId xmlns:a16="http://schemas.microsoft.com/office/drawing/2014/main" id="{E115B2E1-B583-AF0F-E5A0-E31A89A70FEE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/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>
                <a:latin typeface="Prompt"/>
                <a:ea typeface="Prompt"/>
                <a:cs typeface="Prompt"/>
              </a:defRPr>
            </a:pPr>
            <a:fld id="{EE5B3003-2C54-13C6-9832-7637201064DE}" type="slidenum">
              <a:rPr>
                <a:latin typeface="Prompt"/>
                <a:ea typeface="Prompt"/>
                <a:cs typeface="Prompt"/>
              </a:rPr>
              <a:t>5</a:t>
            </a:fld>
            <a:endParaRPr/>
          </a:p>
        </p:txBody>
      </p:sp>
      <p:sp>
        <p:nvSpPr>
          <p:cNvPr id="8" name="Title 7">
            <a:extLst xmlns:a="http://schemas.openxmlformats.org/drawingml/2006/main">
              <a:ext uri="{FF2B5EF4-FFF2-40B4-BE49-F238E27FC236}">
                <a16:creationId xmlns:a16="http://schemas.microsoft.com/office/drawing/2014/main" id="{5BBDF9FE-11B3-D661-6C73-AEF8F836236B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393700" y="344009"/>
            <a:ext cx="11411838" cy="519592"/>
          </a:xfrm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>
                <a:latin typeface="Prompt"/>
                <a:ea typeface="Prompt"/>
                <a:cs typeface="Prompt"/>
              </a:defRPr>
            </a:pPr>
            <a:r>
              <a:rPr>
                <a:latin typeface="Prompt"/>
                <a:ea typeface="Prompt"/>
                <a:cs typeface="Prompt"/>
              </a:rPr>
              <a:t>Gate Owner และความรับผิดชอบ</a:t>
            </a:r>
          </a:p>
        </p:txBody>
      </p:sp>
      <p:sp>
        <p:nvSpPr>
          <p:cNvPr id="5" name="Rounded Rectangle 4">
            <a:extLst xmlns:a="http://schemas.openxmlformats.org/drawingml/2006/main">
              <a:ext uri="{FF2B5EF4-FFF2-40B4-BE49-F238E27FC236}">
                <a16:creationId xmlns:a16="http://schemas.microsoft.com/office/drawing/2014/main" id="{01D80037-C168-FBF2-B54D-589D48490D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700" y="2374900"/>
            <a:ext cx="3568700" cy="3619500"/>
          </a:xfrm>
          <a:prstGeom xmlns:a="http://schemas.openxmlformats.org/drawingml/2006/main" prst="roundRect">
            <a:avLst>
              <a:gd name="adj" fmla="val 3585"/>
            </a:avLst>
          </a:prstGeom>
          <a:solidFill xmlns:a="http://schemas.openxmlformats.org/drawingml/2006/main">
            <a:schemeClr val="accent5">
              <a:lumMod val="20000"/>
              <a:lumOff val="80000"/>
            </a:schemeClr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6" name="Rounded Rectangle 5">
            <a:extLst xmlns:a="http://schemas.openxmlformats.org/drawingml/2006/main">
              <a:ext uri="{FF2B5EF4-FFF2-40B4-BE49-F238E27FC236}">
                <a16:creationId xmlns:a16="http://schemas.microsoft.com/office/drawing/2014/main" id="{10E7C2EE-1AC5-1253-8D6A-BFE2CCABE4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11650" y="2374900"/>
            <a:ext cx="3568700" cy="3619500"/>
          </a:xfrm>
          <a:prstGeom xmlns:a="http://schemas.openxmlformats.org/drawingml/2006/main" prst="roundRect">
            <a:avLst>
              <a:gd name="adj" fmla="val 3585"/>
            </a:avLst>
          </a:prstGeom>
          <a:solidFill xmlns:a="http://schemas.openxmlformats.org/drawingml/2006/main">
            <a:schemeClr val="accent5">
              <a:lumMod val="20000"/>
              <a:lumOff val="80000"/>
            </a:schemeClr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7" name="Rounded Rectangle 6">
            <a:extLst xmlns:a="http://schemas.openxmlformats.org/drawingml/2006/main">
              <a:ext uri="{FF2B5EF4-FFF2-40B4-BE49-F238E27FC236}">
                <a16:creationId xmlns:a16="http://schemas.microsoft.com/office/drawing/2014/main" id="{2F07ABEF-E57C-A069-52DA-DAB3B41074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32297" y="2374900"/>
            <a:ext cx="3568700" cy="3619500"/>
          </a:xfrm>
          <a:prstGeom xmlns:a="http://schemas.openxmlformats.org/drawingml/2006/main" prst="roundRect">
            <a:avLst>
              <a:gd name="adj" fmla="val 3585"/>
            </a:avLst>
          </a:prstGeom>
          <a:solidFill xmlns:a="http://schemas.openxmlformats.org/drawingml/2006/main">
            <a:schemeClr val="accent5">
              <a:lumMod val="20000"/>
              <a:lumOff val="80000"/>
            </a:schemeClr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9" name="Content Placeholder 8">
            <a:extLst xmlns:a="http://schemas.openxmlformats.org/drawingml/2006/main">
              <a:ext uri="{FF2B5EF4-FFF2-40B4-BE49-F238E27FC236}">
                <a16:creationId xmlns:a16="http://schemas.microsoft.com/office/drawing/2014/main" id="{CD9BC49D-3C96-EBE3-CDD9-750D79584BAC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>
          <a:xfrm xmlns:a="http://schemas.openxmlformats.org/drawingml/2006/main">
            <a:off x="703381" y="3365499"/>
            <a:ext cx="2949339" cy="1981201"/>
          </a:xfrm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ClrTx/>
              <a:buSzTx/>
              <a:buFont typeface="Arial"/>
              <a:buNone/>
              <a:defRPr>
                <a:latin typeface="Prompt"/>
                <a:ea typeface="Prompt"/>
                <a:cs typeface="Prompt"/>
              </a:defRPr>
            </a:pPr>
            <a:r>
              <a:rPr sz="2000" b="0" i="0" u="none" cap="none" spc="0">
                <a:ln>
                  <a:noFill/>
                </a:ln>
                <a:solidFill>
                  <a:prstClr val="black"/>
                </a:solidFill>
                <a:latin typeface="Prompt"/>
                <a:ea typeface="Prompt"/>
                <a:cs typeface="Prompt"/>
              </a:rPr>
              <a:t>Sales-to-Cash Owner</a:t>
            </a:r>
          </a:p>
          <a:p xmlns:a="http://schemas.openxmlformats.org/drawingml/2006/main">
            <a:pPr marL="0" marR="0" lvl="0" indent="0" algn="l" defTabSz="91440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ClrTx/>
              <a:buSzTx/>
              <a:buFont typeface="Arial"/>
              <a:buNone/>
              <a:defRPr>
                <a:latin typeface="Prompt"/>
                <a:ea typeface="Prompt"/>
                <a:cs typeface="Prompt"/>
              </a:defRPr>
            </a:pPr>
            <a:r>
              <a:rPr sz="1600" b="0" i="0" u="none" cap="none" spc="0">
                <a:ln>
                  <a:noFill/>
                </a:ln>
                <a:solidFill>
                  <a:prstClr val="black"/>
                </a:solidFill>
                <a:latin typeface="Prompt"/>
                <a:ea typeface="Prompt"/>
                <a:cs typeface="Prompt"/>
              </a:rPr>
              <a:t>G1–G3: data, credit, 103, approval และ booking evidence</a:t>
            </a:r>
            <a:endParaRPr sz="1600">
              <a:latin typeface="Inter"/>
              <a:ea typeface="Inter"/>
              <a:cs typeface="Inter"/>
            </a:endParaRPr>
          </a:p>
        </p:txBody>
      </p:sp>
      <p:sp>
        <p:nvSpPr>
          <p:cNvPr id="10" name="Content Placeholder 9">
            <a:extLst xmlns:a="http://schemas.openxmlformats.org/drawingml/2006/main">
              <a:ext uri="{FF2B5EF4-FFF2-40B4-BE49-F238E27FC236}">
                <a16:creationId xmlns:a16="http://schemas.microsoft.com/office/drawing/2014/main" id="{7721E237-CC1B-11C2-06F2-0FF62F5271D5}"/>
              </a:ext>
            </a:extLst>
          </p:cNvPr>
          <p:cNvSpPr>
            <a:spLocks xmlns:a="http://schemas.openxmlformats.org/drawingml/2006/main" noGrp="1"/>
          </p:cNvSpPr>
          <p:nvPr>
            <p:ph idx="10"/>
          </p:nvPr>
        </p:nvSpPr>
        <p:spPr>
          <a:xfrm xmlns:a="http://schemas.openxmlformats.org/drawingml/2006/main">
            <a:off x="4627681" y="3365499"/>
            <a:ext cx="2949339" cy="1981201"/>
          </a:xfrm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marL="0" lv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None/>
              <a:defRPr>
                <a:latin typeface="Prompt"/>
                <a:ea typeface="Prompt"/>
                <a:cs typeface="Prompt"/>
              </a:defRPr>
            </a:pPr>
            <a:r>
              <a:rPr sz="2000">
                <a:solidFill>
                  <a:prstClr val="black"/>
                </a:solidFill>
                <a:latin typeface="Prompt"/>
                <a:ea typeface="Prompt"/>
                <a:cs typeface="Prompt"/>
              </a:rPr>
              <a:t>Logistics Owner</a:t>
            </a:r>
          </a:p>
          <a:p xmlns:a="http://schemas.openxmlformats.org/drawingml/2006/main">
            <a:pPr marL="0" lv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None/>
              <a:defRPr>
                <a:latin typeface="Prompt"/>
                <a:ea typeface="Prompt"/>
                <a:cs typeface="Prompt"/>
              </a:defRPr>
            </a:pPr>
            <a:r>
              <a:rPr sz="1600">
                <a:solidFill>
                  <a:prstClr val="black"/>
                </a:solidFill>
                <a:latin typeface="Prompt"/>
                <a:ea typeface="Prompt"/>
                <a:cs typeface="Prompt"/>
              </a:rPr>
              <a:t>G4–G6: vehicle, picking/loading, 104/116, weight และ ship</a:t>
            </a:r>
            <a:endParaRPr sz="1600">
              <a:latin typeface="Inter"/>
              <a:ea typeface="Inter"/>
              <a:cs typeface="Inter"/>
            </a:endParaRPr>
          </a:p>
        </p:txBody>
      </p:sp>
      <p:sp>
        <p:nvSpPr>
          <p:cNvPr id="11" name="Content Placeholder 10">
            <a:extLst xmlns:a="http://schemas.openxmlformats.org/drawingml/2006/main">
              <a:ext uri="{FF2B5EF4-FFF2-40B4-BE49-F238E27FC236}">
                <a16:creationId xmlns:a16="http://schemas.microsoft.com/office/drawing/2014/main" id="{FE34BFB1-1732-6AA8-499C-16BCB107B446}"/>
              </a:ext>
            </a:extLst>
          </p:cNvPr>
          <p:cNvSpPr>
            <a:spLocks xmlns:a="http://schemas.openxmlformats.org/drawingml/2006/main" noGrp="1"/>
          </p:cNvSpPr>
          <p:nvPr>
            <p:ph idx="11"/>
          </p:nvPr>
        </p:nvSpPr>
        <p:spPr>
          <a:xfrm xmlns:a="http://schemas.openxmlformats.org/drawingml/2006/main">
            <a:off x="8541954" y="3365499"/>
            <a:ext cx="2949339" cy="1981201"/>
          </a:xfrm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marL="0" lv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None/>
              <a:defRPr>
                <a:latin typeface="Prompt"/>
                <a:ea typeface="Prompt"/>
                <a:cs typeface="Prompt"/>
              </a:defRPr>
            </a:pPr>
            <a:r>
              <a:rPr sz="2000">
                <a:solidFill>
                  <a:prstClr val="black"/>
                </a:solidFill>
                <a:latin typeface="Prompt"/>
                <a:ea typeface="Prompt"/>
                <a:cs typeface="Prompt"/>
              </a:rPr>
              <a:t>Accounting + IT Owner</a:t>
            </a:r>
          </a:p>
          <a:p xmlns:a="http://schemas.openxmlformats.org/drawingml/2006/main">
            <a:pPr marL="0" lv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None/>
              <a:defRPr>
                <a:latin typeface="Prompt"/>
                <a:ea typeface="Prompt"/>
                <a:cs typeface="Prompt"/>
              </a:defRPr>
            </a:pPr>
            <a:r>
              <a:rPr sz="1600">
                <a:solidFill>
                  <a:prstClr val="black"/>
                </a:solidFill>
                <a:latin typeface="Prompt"/>
                <a:ea typeface="Prompt"/>
                <a:cs typeface="Prompt"/>
              </a:rPr>
              <a:t>G7 + integration: invoice, receipt, outbox, migration และ incident</a:t>
            </a:r>
            <a:endParaRPr sz="1600">
              <a:latin typeface="Inter"/>
              <a:ea typeface="Inter"/>
              <a:cs typeface="Inter"/>
            </a:endParaRPr>
          </a:p>
        </p:txBody>
      </p:sp>
      <p:sp>
        <p:nvSpPr>
          <p:cNvPr id="2" name="Google Shape;303;p29">
            <a:extLst xmlns:a="http://schemas.openxmlformats.org/drawingml/2006/main">
              <a:ext uri="{FF2B5EF4-FFF2-40B4-BE49-F238E27FC236}">
                <a16:creationId xmlns:a16="http://schemas.microsoft.com/office/drawing/2014/main" id="{5A63C565-27C7-B453-570C-D6DDD0BFDE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49658" y="2759697"/>
            <a:ext cx="230437" cy="256014"/>
          </a:xfrm>
          <a:custGeom xmlns:a="http://schemas.openxmlformats.org/drawingml/2006/main">
            <a:rect l="l" t="t" r="r" b="b"/>
            <a:pathLst>
              <a:path w="20236" h="20115">
                <a:moveTo>
                  <a:pt x="11303" y="2594"/>
                </a:moveTo>
                <a:lnTo>
                  <a:pt x="2175" y="11983"/>
                </a:lnTo>
                <a:lnTo>
                  <a:pt x="9033" y="11983"/>
                </a:lnTo>
                <a:cubicBezTo>
                  <a:pt x="9364" y="11983"/>
                  <a:pt x="9678" y="12118"/>
                  <a:pt x="9883" y="12348"/>
                </a:cubicBezTo>
                <a:cubicBezTo>
                  <a:pt x="10089" y="12579"/>
                  <a:pt x="10165" y="12880"/>
                  <a:pt x="10089" y="13166"/>
                </a:cubicBezTo>
                <a:lnTo>
                  <a:pt x="8933" y="17522"/>
                </a:lnTo>
                <a:lnTo>
                  <a:pt x="18061" y="8133"/>
                </a:lnTo>
                <a:lnTo>
                  <a:pt x="11203" y="8133"/>
                </a:lnTo>
                <a:cubicBezTo>
                  <a:pt x="10872" y="8133"/>
                  <a:pt x="10558" y="7999"/>
                  <a:pt x="10353" y="7768"/>
                </a:cubicBezTo>
                <a:cubicBezTo>
                  <a:pt x="10147" y="7537"/>
                  <a:pt x="10071" y="7236"/>
                  <a:pt x="10147" y="6950"/>
                </a:cubicBezTo>
                <a:lnTo>
                  <a:pt x="11303" y="2594"/>
                </a:lnTo>
                <a:close/>
                <a:moveTo>
                  <a:pt x="10382" y="593"/>
                </a:moveTo>
                <a:cubicBezTo>
                  <a:pt x="11679" y="-742"/>
                  <a:pt x="14125" y="363"/>
                  <a:pt x="13670" y="2078"/>
                </a:cubicBezTo>
                <a:lnTo>
                  <a:pt x="12574" y="6208"/>
                </a:lnTo>
                <a:lnTo>
                  <a:pt x="18061" y="6208"/>
                </a:lnTo>
                <a:cubicBezTo>
                  <a:pt x="19918" y="6208"/>
                  <a:pt x="20918" y="8142"/>
                  <a:pt x="19705" y="9390"/>
                </a:cubicBezTo>
                <a:lnTo>
                  <a:pt x="9854" y="19523"/>
                </a:lnTo>
                <a:cubicBezTo>
                  <a:pt x="8557" y="20858"/>
                  <a:pt x="6111" y="19753"/>
                  <a:pt x="6566" y="18038"/>
                </a:cubicBezTo>
                <a:lnTo>
                  <a:pt x="7662" y="13908"/>
                </a:lnTo>
                <a:lnTo>
                  <a:pt x="2175" y="13908"/>
                </a:lnTo>
                <a:cubicBezTo>
                  <a:pt x="318" y="13908"/>
                  <a:pt x="-682" y="11974"/>
                  <a:pt x="531" y="10726"/>
                </a:cubicBezTo>
                <a:lnTo>
                  <a:pt x="10382" y="593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59850" tIns="59850" rIns="59850" bIns="5985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Clr>
                <a:srgbClr val="FFFFFF"/>
              </a:buClr>
              <a:buSzPts val="3801"/>
              <a:buNone/>
            </a:pPr>
            <a:endParaRPr sz="3801">
              <a:solidFill>
                <a:srgbClr val="FFFFFF"/>
              </a:solidFill>
              <a:latin typeface="Inter"/>
              <a:ea typeface="Inter"/>
              <a:cs typeface="Inter"/>
            </a:endParaRPr>
          </a:p>
        </p:txBody>
      </p:sp>
      <p:sp>
        <p:nvSpPr>
          <p:cNvPr id="12" name="Google Shape;304;p29">
            <a:extLst xmlns:a="http://schemas.openxmlformats.org/drawingml/2006/main">
              <a:ext uri="{FF2B5EF4-FFF2-40B4-BE49-F238E27FC236}">
                <a16:creationId xmlns:a16="http://schemas.microsoft.com/office/drawing/2014/main" id="{2E71F363-4565-783C-7D45-A77673EFE6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32459" y="2759696"/>
            <a:ext cx="256014" cy="256014"/>
          </a:xfrm>
          <a:custGeom xmlns:a="http://schemas.openxmlformats.org/drawingml/2006/main">
            <a:rect l="l" t="t" r="r" b="b"/>
            <a:pathLst>
              <a:path w="21600" h="21600">
                <a:moveTo>
                  <a:pt x="10800" y="0"/>
                </a:moveTo>
                <a:cubicBezTo>
                  <a:pt x="4835" y="0"/>
                  <a:pt x="0" y="4835"/>
                  <a:pt x="0" y="10800"/>
                </a:cubicBezTo>
                <a:cubicBezTo>
                  <a:pt x="0" y="16765"/>
                  <a:pt x="4835" y="21600"/>
                  <a:pt x="10800" y="21600"/>
                </a:cubicBezTo>
                <a:cubicBezTo>
                  <a:pt x="16765" y="21600"/>
                  <a:pt x="21600" y="16765"/>
                  <a:pt x="21600" y="10800"/>
                </a:cubicBezTo>
                <a:cubicBezTo>
                  <a:pt x="21600" y="4835"/>
                  <a:pt x="16765" y="0"/>
                  <a:pt x="10800" y="0"/>
                </a:cubicBezTo>
                <a:close/>
                <a:moveTo>
                  <a:pt x="10800" y="2160"/>
                </a:moveTo>
                <a:cubicBezTo>
                  <a:pt x="15572" y="2160"/>
                  <a:pt x="19440" y="6028"/>
                  <a:pt x="19440" y="10800"/>
                </a:cubicBezTo>
                <a:cubicBezTo>
                  <a:pt x="19440" y="15572"/>
                  <a:pt x="15572" y="19440"/>
                  <a:pt x="10800" y="19440"/>
                </a:cubicBezTo>
                <a:cubicBezTo>
                  <a:pt x="6028" y="19440"/>
                  <a:pt x="2160" y="15572"/>
                  <a:pt x="2160" y="10800"/>
                </a:cubicBezTo>
                <a:cubicBezTo>
                  <a:pt x="2160" y="6028"/>
                  <a:pt x="6028" y="2160"/>
                  <a:pt x="10800" y="2160"/>
                </a:cubicBezTo>
                <a:close/>
                <a:moveTo>
                  <a:pt x="6649" y="12960"/>
                </a:moveTo>
                <a:cubicBezTo>
                  <a:pt x="6375" y="12921"/>
                  <a:pt x="6077" y="12983"/>
                  <a:pt x="5839" y="13162"/>
                </a:cubicBezTo>
                <a:cubicBezTo>
                  <a:pt x="5362" y="13521"/>
                  <a:pt x="5278" y="14204"/>
                  <a:pt x="5636" y="14681"/>
                </a:cubicBezTo>
                <a:cubicBezTo>
                  <a:pt x="8197" y="18089"/>
                  <a:pt x="13437" y="18089"/>
                  <a:pt x="15997" y="14681"/>
                </a:cubicBezTo>
                <a:cubicBezTo>
                  <a:pt x="16356" y="14204"/>
                  <a:pt x="16272" y="13521"/>
                  <a:pt x="15795" y="13162"/>
                </a:cubicBezTo>
                <a:cubicBezTo>
                  <a:pt x="15318" y="12804"/>
                  <a:pt x="14635" y="12888"/>
                  <a:pt x="14276" y="13365"/>
                </a:cubicBezTo>
                <a:cubicBezTo>
                  <a:pt x="12580" y="15623"/>
                  <a:pt x="9054" y="15623"/>
                  <a:pt x="7357" y="13365"/>
                </a:cubicBezTo>
                <a:cubicBezTo>
                  <a:pt x="7178" y="13127"/>
                  <a:pt x="6922" y="12999"/>
                  <a:pt x="6649" y="12960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38100" tIns="38100" rIns="38100" bIns="381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Clr>
                <a:srgbClr val="FFFFFF"/>
              </a:buClr>
              <a:buSzPts val="3801"/>
              <a:buNone/>
            </a:pPr>
            <a:endParaRPr sz="3801">
              <a:solidFill>
                <a:srgbClr val="FFFFFF"/>
              </a:solidFill>
              <a:latin typeface="Inter"/>
              <a:ea typeface="Inter"/>
              <a:cs typeface="Inter"/>
            </a:endParaRPr>
          </a:p>
        </p:txBody>
      </p:sp>
      <p:sp>
        <p:nvSpPr>
          <p:cNvPr id="13" name="Google Shape;305;p29">
            <a:extLst xmlns:a="http://schemas.openxmlformats.org/drawingml/2006/main">
              <a:ext uri="{FF2B5EF4-FFF2-40B4-BE49-F238E27FC236}">
                <a16:creationId xmlns:a16="http://schemas.microsoft.com/office/drawing/2014/main" id="{5B7D18E2-4EB1-E52F-2BE9-AE2714DAEB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3808" y="2759696"/>
            <a:ext cx="256014" cy="256014"/>
          </a:xfrm>
          <a:custGeom xmlns:a="http://schemas.openxmlformats.org/drawingml/2006/main">
            <a:rect l="l" t="t" r="r" b="b"/>
            <a:pathLst>
              <a:path w="21600" h="21600">
                <a:moveTo>
                  <a:pt x="0" y="10800"/>
                </a:moveTo>
                <a:cubicBezTo>
                  <a:pt x="0" y="4835"/>
                  <a:pt x="4835" y="0"/>
                  <a:pt x="10800" y="0"/>
                </a:cubicBezTo>
                <a:cubicBezTo>
                  <a:pt x="16765" y="0"/>
                  <a:pt x="21600" y="4835"/>
                  <a:pt x="21600" y="10800"/>
                </a:cubicBezTo>
                <a:cubicBezTo>
                  <a:pt x="21600" y="16765"/>
                  <a:pt x="16765" y="21600"/>
                  <a:pt x="10800" y="21600"/>
                </a:cubicBezTo>
                <a:cubicBezTo>
                  <a:pt x="4835" y="21600"/>
                  <a:pt x="0" y="16765"/>
                  <a:pt x="0" y="10800"/>
                </a:cubicBezTo>
                <a:close/>
                <a:moveTo>
                  <a:pt x="10784" y="2163"/>
                </a:moveTo>
                <a:cubicBezTo>
                  <a:pt x="10772" y="2167"/>
                  <a:pt x="10749" y="2175"/>
                  <a:pt x="10715" y="2196"/>
                </a:cubicBezTo>
                <a:cubicBezTo>
                  <a:pt x="10574" y="2281"/>
                  <a:pt x="10340" y="2510"/>
                  <a:pt x="10071" y="2999"/>
                </a:cubicBezTo>
                <a:cubicBezTo>
                  <a:pt x="9811" y="3472"/>
                  <a:pt x="9560" y="4109"/>
                  <a:pt x="9344" y="4895"/>
                </a:cubicBezTo>
                <a:cubicBezTo>
                  <a:pt x="8980" y="6213"/>
                  <a:pt x="8731" y="7875"/>
                  <a:pt x="8661" y="9720"/>
                </a:cubicBezTo>
                <a:lnTo>
                  <a:pt x="12939" y="9720"/>
                </a:lnTo>
                <a:cubicBezTo>
                  <a:pt x="12869" y="7875"/>
                  <a:pt x="12620" y="6213"/>
                  <a:pt x="12256" y="4895"/>
                </a:cubicBezTo>
                <a:cubicBezTo>
                  <a:pt x="12040" y="4109"/>
                  <a:pt x="11789" y="3472"/>
                  <a:pt x="11529" y="2999"/>
                </a:cubicBezTo>
                <a:cubicBezTo>
                  <a:pt x="11260" y="2510"/>
                  <a:pt x="11026" y="2281"/>
                  <a:pt x="10885" y="2196"/>
                </a:cubicBezTo>
                <a:cubicBezTo>
                  <a:pt x="10851" y="2175"/>
                  <a:pt x="10828" y="2167"/>
                  <a:pt x="10816" y="2163"/>
                </a:cubicBezTo>
                <a:cubicBezTo>
                  <a:pt x="10807" y="2161"/>
                  <a:pt x="10801" y="2160"/>
                  <a:pt x="10800" y="2160"/>
                </a:cubicBezTo>
                <a:cubicBezTo>
                  <a:pt x="10798" y="2160"/>
                  <a:pt x="10793" y="2161"/>
                  <a:pt x="10784" y="2163"/>
                </a:cubicBezTo>
                <a:close/>
                <a:moveTo>
                  <a:pt x="6499" y="9720"/>
                </a:moveTo>
                <a:cubicBezTo>
                  <a:pt x="6571" y="7704"/>
                  <a:pt x="6841" y="5845"/>
                  <a:pt x="7261" y="4321"/>
                </a:cubicBezTo>
                <a:cubicBezTo>
                  <a:pt x="7424" y="3732"/>
                  <a:pt x="7611" y="3182"/>
                  <a:pt x="7825" y="2686"/>
                </a:cubicBezTo>
                <a:cubicBezTo>
                  <a:pt x="4843" y="3779"/>
                  <a:pt x="2632" y="6469"/>
                  <a:pt x="2227" y="9720"/>
                </a:cubicBezTo>
                <a:lnTo>
                  <a:pt x="6499" y="9720"/>
                </a:lnTo>
                <a:close/>
                <a:moveTo>
                  <a:pt x="2227" y="11880"/>
                </a:moveTo>
                <a:lnTo>
                  <a:pt x="6499" y="11880"/>
                </a:lnTo>
                <a:cubicBezTo>
                  <a:pt x="6582" y="14228"/>
                  <a:pt x="6936" y="16368"/>
                  <a:pt x="7484" y="18014"/>
                </a:cubicBezTo>
                <a:cubicBezTo>
                  <a:pt x="7589" y="18327"/>
                  <a:pt x="7702" y="18628"/>
                  <a:pt x="7825" y="18914"/>
                </a:cubicBezTo>
                <a:cubicBezTo>
                  <a:pt x="4843" y="17821"/>
                  <a:pt x="2632" y="15131"/>
                  <a:pt x="2227" y="11880"/>
                </a:cubicBezTo>
                <a:close/>
                <a:moveTo>
                  <a:pt x="8661" y="11880"/>
                </a:moveTo>
                <a:cubicBezTo>
                  <a:pt x="8743" y="14037"/>
                  <a:pt x="9069" y="15938"/>
                  <a:pt x="9534" y="17332"/>
                </a:cubicBezTo>
                <a:cubicBezTo>
                  <a:pt x="9806" y="18148"/>
                  <a:pt x="10106" y="18732"/>
                  <a:pt x="10387" y="19088"/>
                </a:cubicBezTo>
                <a:cubicBezTo>
                  <a:pt x="10525" y="19263"/>
                  <a:pt x="10637" y="19356"/>
                  <a:pt x="10712" y="19402"/>
                </a:cubicBezTo>
                <a:cubicBezTo>
                  <a:pt x="10748" y="19424"/>
                  <a:pt x="10771" y="19434"/>
                  <a:pt x="10783" y="19437"/>
                </a:cubicBezTo>
                <a:cubicBezTo>
                  <a:pt x="10794" y="19440"/>
                  <a:pt x="10800" y="19440"/>
                  <a:pt x="10800" y="19440"/>
                </a:cubicBezTo>
                <a:cubicBezTo>
                  <a:pt x="10800" y="19440"/>
                  <a:pt x="10805" y="19440"/>
                  <a:pt x="10817" y="19437"/>
                </a:cubicBezTo>
                <a:cubicBezTo>
                  <a:pt x="10829" y="19434"/>
                  <a:pt x="10852" y="19424"/>
                  <a:pt x="10888" y="19402"/>
                </a:cubicBezTo>
                <a:cubicBezTo>
                  <a:pt x="10963" y="19356"/>
                  <a:pt x="11075" y="19263"/>
                  <a:pt x="11213" y="19088"/>
                </a:cubicBezTo>
                <a:cubicBezTo>
                  <a:pt x="11494" y="18732"/>
                  <a:pt x="11794" y="18148"/>
                  <a:pt x="12066" y="17332"/>
                </a:cubicBezTo>
                <a:cubicBezTo>
                  <a:pt x="12531" y="15938"/>
                  <a:pt x="12857" y="14037"/>
                  <a:pt x="12939" y="11880"/>
                </a:cubicBezTo>
                <a:lnTo>
                  <a:pt x="8661" y="11880"/>
                </a:lnTo>
                <a:close/>
                <a:moveTo>
                  <a:pt x="15101" y="11880"/>
                </a:moveTo>
                <a:cubicBezTo>
                  <a:pt x="15018" y="14228"/>
                  <a:pt x="14664" y="16368"/>
                  <a:pt x="14116" y="18014"/>
                </a:cubicBezTo>
                <a:cubicBezTo>
                  <a:pt x="14011" y="18327"/>
                  <a:pt x="13898" y="18628"/>
                  <a:pt x="13775" y="18914"/>
                </a:cubicBezTo>
                <a:cubicBezTo>
                  <a:pt x="16757" y="17821"/>
                  <a:pt x="18968" y="15131"/>
                  <a:pt x="19373" y="11880"/>
                </a:cubicBezTo>
                <a:lnTo>
                  <a:pt x="15101" y="11880"/>
                </a:lnTo>
                <a:close/>
                <a:moveTo>
                  <a:pt x="19373" y="9720"/>
                </a:moveTo>
                <a:cubicBezTo>
                  <a:pt x="18968" y="6469"/>
                  <a:pt x="16757" y="3779"/>
                  <a:pt x="13775" y="2686"/>
                </a:cubicBezTo>
                <a:cubicBezTo>
                  <a:pt x="13989" y="3182"/>
                  <a:pt x="14176" y="3732"/>
                  <a:pt x="14339" y="4321"/>
                </a:cubicBezTo>
                <a:cubicBezTo>
                  <a:pt x="14759" y="5845"/>
                  <a:pt x="15029" y="7704"/>
                  <a:pt x="15101" y="9720"/>
                </a:cubicBezTo>
                <a:lnTo>
                  <a:pt x="19373" y="9720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59850" tIns="59850" rIns="59850" bIns="5985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Clr>
                <a:srgbClr val="FFFFFF"/>
              </a:buClr>
              <a:buSzPts val="3801"/>
              <a:buNone/>
            </a:pPr>
            <a:endParaRPr sz="3801">
              <a:solidFill>
                <a:srgbClr val="FFFFFF"/>
              </a:solidFill>
              <a:latin typeface="Inter"/>
              <a:ea typeface="Inter"/>
              <a:cs typeface="Inter"/>
            </a:endParaRPr>
          </a:p>
        </p:txBody>
      </p:sp>
      <p:sp>
        <p:nvSpPr>
          <p:cNvPr id="14" name="Content Placeholder 15">
            <a:extLst xmlns:a="http://schemas.openxmlformats.org/drawingml/2006/main">
              <a:ext uri="{FF2B5EF4-FFF2-40B4-BE49-F238E27FC236}">
                <a16:creationId xmlns:a16="http://schemas.microsoft.com/office/drawing/2014/main" id="{D7B27847-7526-0A76-DFBA-302A5A7697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939" y="1037594"/>
            <a:ext cx="11404599" cy="104749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>
            <a:normAutofit fontScale="100000"/>
          </a:bodyPr>
          <a:lstStyle xmlns:a="http://schemas.openxmlformats.org/drawingml/2006/main">
            <a:lvl1pPr marL="0" indent="0" algn="l" defTabSz="914400">
              <a:lnSpc>
                <a:spcPct val="90000"/>
              </a:lnSpc>
              <a:spcBef>
                <a:spcPts val="1000"/>
              </a:spcBef>
              <a:spcAft>
                <a:spcPts val="800"/>
              </a:spcAft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457200" indent="0" algn="l" defTabSz="914400">
              <a:lnSpc>
                <a:spcPct val="90000"/>
              </a:lnSpc>
              <a:spcBef>
                <a:spcPts val="500"/>
              </a:spcBef>
              <a:spcAft>
                <a:spcPts val="800"/>
              </a:spcAft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914400" indent="0" algn="l" defTabSz="914400">
              <a:lnSpc>
                <a:spcPct val="90000"/>
              </a:lnSpc>
              <a:spcBef>
                <a:spcPts val="500"/>
              </a:spcBef>
              <a:spcAft>
                <a:spcPts val="800"/>
              </a:spcAft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371600" indent="0" algn="l" defTabSz="914400">
              <a:lnSpc>
                <a:spcPct val="90000"/>
              </a:lnSpc>
              <a:spcBef>
                <a:spcPts val="500"/>
              </a:spcBef>
              <a:spcAft>
                <a:spcPts val="800"/>
              </a:spcAft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828800" indent="0" algn="l" defTabSz="914400">
              <a:lnSpc>
                <a:spcPct val="90000"/>
              </a:lnSpc>
              <a:spcBef>
                <a:spcPts val="500"/>
              </a:spcBef>
              <a:spcAft>
                <a:spcPts val="800"/>
              </a:spcAft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>
              <a:lnSpc>
                <a:spcPct val="114000"/>
              </a:lnSpc>
              <a:spcBef>
                <a:spcPts val="0"/>
              </a:spcBef>
              <a:spcAft>
                <a:spcPts val="600"/>
              </a:spcAft>
              <a:buNone/>
              <a:defRPr>
                <a:latin typeface="Prompt"/>
                <a:ea typeface="Prompt"/>
                <a:cs typeface="Prompt"/>
              </a:defRPr>
            </a:pPr>
            <a:r>
              <a:rPr sz="1800">
                <a:solidFill>
                  <a:prstClr val="black"/>
                </a:solidFill>
                <a:latin typeface="Prompt"/>
                <a:ea typeface="Prompt"/>
                <a:cs typeface="Prompt"/>
              </a:rPr>
              <a:t>แต่ละ Gate ต้องมีผู้จัดทำ ผู้อนุมัติ เกณฑ์ผ่าน และหลักฐาน — ไม่มีระบบใดระบบหนึ่งยืนยันธุรกรรมได้ลำพัง</a:t>
            </a:r>
          </a:p>
        </p:txBody>
      </p:sp>
    </p:spTree>
    <p:extLst>
      <p:ext uri="{BB962C8B-B14F-4D97-AF65-F5344CB8AC3E}">
        <p14:creationId xmlns:p14="http://schemas.microsoft.com/office/powerpoint/2010/main" val="3756368278"/>
      </p:ext>
    </p:extLst>
  </p:cSld>
</p:sld>
</file>

<file path=ppt/slides/slide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34" name="Google Shape;534;p58">
            <a:extLst xmlns:a="http://schemas.openxmlformats.org/drawingml/2006/main">
              <a:ext uri="{FF2B5EF4-FFF2-40B4-BE49-F238E27FC236}">
                <a16:creationId xmlns:a16="http://schemas.microsoft.com/office/drawing/2014/main" id="{92B9D060-8F6B-685E-C699-7CF3FDA228BA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>
          <a:xfrm xmlns:a="http://schemas.openxmlformats.org/drawingml/2006/main">
            <a:off x="393700" y="1722684"/>
            <a:ext cx="5537200" cy="865422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vert="horz" wrap="square" lIns="0" tIns="0" rIns="0" bIns="0" anchor="t">
            <a:normAutofit fontScale="91593"/>
          </a:bodyPr>
          <a:lstStyle xmlns:a="http://schemas.openxmlformats.org/drawingml/2006/main"/>
          <a:p xmlns:a="http://schemas.openxmlformats.org/drawingml/2006/main"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None/>
              <a:defRPr>
                <a:latin typeface="Prompt"/>
                <a:ea typeface="Prompt"/>
                <a:cs typeface="Prompt"/>
              </a:defRPr>
            </a:pPr>
            <a:r>
              <a:rPr>
                <a:latin typeface="Prompt"/>
                <a:ea typeface="Prompt"/>
                <a:cs typeface="Prompt"/>
              </a:rPr>
              <a:t>Transaction complete เมื่อ business + system + evidence ผ่านพร้อมกัน</a:t>
            </a:r>
            <a:endParaRPr>
              <a:latin typeface="Inter"/>
              <a:ea typeface="Inter"/>
              <a:cs typeface="Inter"/>
            </a:endParaRPr>
          </a:p>
        </p:txBody>
      </p:sp>
      <p:sp>
        <p:nvSpPr>
          <p:cNvPr id="532" name="Google Shape;532;p58">
            <a:extLst xmlns:a="http://schemas.openxmlformats.org/drawingml/2006/main">
              <a:ext uri="{FF2B5EF4-FFF2-40B4-BE49-F238E27FC236}">
                <a16:creationId xmlns:a16="http://schemas.microsoft.com/office/drawing/2014/main" id="{787BCE7D-BEA2-12A4-00CE-1447A3C11BCB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vert="horz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>
                <a:latin typeface="Prompt"/>
                <a:ea typeface="Prompt"/>
                <a:cs typeface="Prompt"/>
              </a:defRPr>
            </a:pPr>
            <a:fld id="{8C630A04-5A25-9E0C-9436-126091DB86B3}" type="slidenum">
              <a:rPr>
                <a:latin typeface="Prompt"/>
                <a:ea typeface="Prompt"/>
                <a:cs typeface="Prompt"/>
              </a:rPr>
              <a:t>6</a:t>
            </a:fld>
            <a:endParaRPr/>
          </a:p>
        </p:txBody>
      </p:sp>
      <p:sp>
        <p:nvSpPr>
          <p:cNvPr id="533" name="Google Shape;533;p58">
            <a:extLst xmlns:a="http://schemas.openxmlformats.org/drawingml/2006/main">
              <a:ext uri="{FF2B5EF4-FFF2-40B4-BE49-F238E27FC236}">
                <a16:creationId xmlns:a16="http://schemas.microsoft.com/office/drawing/2014/main" id="{451E053B-8CD7-DAF7-BA60-B58D00D61D06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393700" y="344008"/>
            <a:ext cx="7835900" cy="1040291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vert="horz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>
                <a:latin typeface="Prompt"/>
                <a:ea typeface="Prompt"/>
                <a:cs typeface="Prompt"/>
              </a:defRPr>
            </a:pPr>
            <a:r>
              <a:rPr>
                <a:latin typeface="Prompt"/>
                <a:ea typeface="Prompt"/>
                <a:cs typeface="Prompt"/>
              </a:rPr>
              <a:t>Master transaction checklist</a:t>
            </a:r>
            <a:endParaRPr/>
          </a:p>
        </p:txBody>
      </p:sp>
      <p:sp>
        <p:nvSpPr>
          <p:cNvPr id="2" name="Content Placeholder 10">
            <a:extLst xmlns:a="http://schemas.openxmlformats.org/drawingml/2006/main">
              <a:ext uri="{FF2B5EF4-FFF2-40B4-BE49-F238E27FC236}">
                <a16:creationId xmlns:a16="http://schemas.microsoft.com/office/drawing/2014/main" id="{F1357382-F889-8A40-7C64-C4E276E665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86700" y="2990317"/>
            <a:ext cx="3911600" cy="548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>
            <a:normAutofit fontScale="100000"/>
          </a:bodyPr>
          <a:lstStyle xmlns:a="http://schemas.openxmlformats.org/drawingml/2006/main">
            <a:lvl1pPr marL="228600" indent="-228600" algn="l" defTabSz="914400">
              <a:lnSpc>
                <a:spcPct val="90000"/>
              </a:lnSpc>
              <a:spcBef>
                <a:spcPts val="1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marL="0" indent="0">
              <a:lnSpc>
                <a:spcPct val="110000"/>
              </a:lnSpc>
              <a:spcBef>
                <a:spcPts val="0"/>
              </a:spcBef>
              <a:buFontTx/>
              <a:buNone/>
              <a:defRPr>
                <a:latin typeface="Prompt"/>
                <a:ea typeface="Prompt"/>
                <a:cs typeface="Prompt"/>
              </a:defRPr>
            </a:pPr>
            <a:r>
              <a:rPr sz="1600">
                <a:solidFill>
                  <a:prstClr val="black"/>
                </a:solidFill>
                <a:latin typeface="Prompt"/>
                <a:ea typeface="Prompt"/>
                <a:cs typeface="Prompt"/>
              </a:rPr>
              <a:t>App gate + actor ครบ</a:t>
            </a:r>
          </a:p>
        </p:txBody>
      </p:sp>
      <p:sp>
        <p:nvSpPr>
          <p:cNvPr id="3" name="Google Shape;340;p61">
            <a:extLst xmlns:a="http://schemas.openxmlformats.org/drawingml/2006/main">
              <a:ext uri="{FF2B5EF4-FFF2-40B4-BE49-F238E27FC236}">
                <a16:creationId xmlns:a16="http://schemas.microsoft.com/office/drawing/2014/main" id="{DECE1942-1885-9577-DF5F-685A8B1C71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07725" y="3015150"/>
            <a:ext cx="212551" cy="212470"/>
          </a:xfrm>
          <a:custGeom xmlns:a="http://schemas.openxmlformats.org/drawingml/2006/main">
            <a:rect l="l" t="t" r="r" b="b"/>
            <a:pathLst>
              <a:path w="21600" h="21600">
                <a:moveTo>
                  <a:pt x="10800" y="2160"/>
                </a:moveTo>
                <a:cubicBezTo>
                  <a:pt x="6029" y="2160"/>
                  <a:pt x="2160" y="6029"/>
                  <a:pt x="2160" y="10800"/>
                </a:cubicBezTo>
                <a:cubicBezTo>
                  <a:pt x="2160" y="15571"/>
                  <a:pt x="6029" y="19440"/>
                  <a:pt x="10800" y="19440"/>
                </a:cubicBezTo>
                <a:cubicBezTo>
                  <a:pt x="15571" y="19440"/>
                  <a:pt x="19440" y="15571"/>
                  <a:pt x="19440" y="10800"/>
                </a:cubicBezTo>
                <a:cubicBezTo>
                  <a:pt x="19440" y="6029"/>
                  <a:pt x="15571" y="2160"/>
                  <a:pt x="10800" y="2160"/>
                </a:cubicBezTo>
                <a:close/>
                <a:moveTo>
                  <a:pt x="0" y="10800"/>
                </a:moveTo>
                <a:cubicBezTo>
                  <a:pt x="0" y="4835"/>
                  <a:pt x="4835" y="0"/>
                  <a:pt x="10800" y="0"/>
                </a:cubicBezTo>
                <a:cubicBezTo>
                  <a:pt x="16765" y="0"/>
                  <a:pt x="21600" y="4835"/>
                  <a:pt x="21600" y="10800"/>
                </a:cubicBezTo>
                <a:cubicBezTo>
                  <a:pt x="21600" y="16765"/>
                  <a:pt x="16765" y="21600"/>
                  <a:pt x="10800" y="21600"/>
                </a:cubicBezTo>
                <a:cubicBezTo>
                  <a:pt x="4835" y="21600"/>
                  <a:pt x="0" y="16765"/>
                  <a:pt x="0" y="10800"/>
                </a:cubicBezTo>
                <a:close/>
                <a:moveTo>
                  <a:pt x="15201" y="6407"/>
                </a:moveTo>
                <a:cubicBezTo>
                  <a:pt x="15689" y="6750"/>
                  <a:pt x="15807" y="7424"/>
                  <a:pt x="15463" y="7911"/>
                </a:cubicBezTo>
                <a:lnTo>
                  <a:pt x="10333" y="15201"/>
                </a:lnTo>
                <a:cubicBezTo>
                  <a:pt x="10144" y="15470"/>
                  <a:pt x="9844" y="15637"/>
                  <a:pt x="9517" y="15658"/>
                </a:cubicBezTo>
                <a:cubicBezTo>
                  <a:pt x="9190" y="15678"/>
                  <a:pt x="8871" y="15549"/>
                  <a:pt x="8651" y="15307"/>
                </a:cubicBezTo>
                <a:lnTo>
                  <a:pt x="5951" y="12337"/>
                </a:lnTo>
                <a:cubicBezTo>
                  <a:pt x="5550" y="11895"/>
                  <a:pt x="5583" y="11213"/>
                  <a:pt x="6023" y="10811"/>
                </a:cubicBezTo>
                <a:cubicBezTo>
                  <a:pt x="6465" y="10410"/>
                  <a:pt x="7147" y="10443"/>
                  <a:pt x="7549" y="10883"/>
                </a:cubicBezTo>
                <a:lnTo>
                  <a:pt x="9342" y="12856"/>
                </a:lnTo>
                <a:lnTo>
                  <a:pt x="13697" y="6669"/>
                </a:lnTo>
                <a:cubicBezTo>
                  <a:pt x="14040" y="6181"/>
                  <a:pt x="14714" y="6063"/>
                  <a:pt x="15201" y="6407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38100" tIns="38100" rIns="38100" bIns="381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Clr>
                <a:srgbClr val="FFFFFF"/>
              </a:buClr>
              <a:buSzPts val="2400"/>
              <a:buNone/>
            </a:pPr>
            <a:endParaRPr sz="2400">
              <a:solidFill>
                <a:srgbClr val="FFFFFF"/>
              </a:solidFill>
              <a:latin typeface="Helvetica Neue"/>
              <a:ea typeface="Helvetica Neue"/>
              <a:cs typeface="Helvetica Neue"/>
            </a:endParaRPr>
          </a:p>
        </p:txBody>
      </p:sp>
      <p:sp>
        <p:nvSpPr>
          <p:cNvPr id="12" name="TextBox 11">
            <a:extLst xmlns:a="http://schemas.openxmlformats.org/drawingml/2006/main">
              <a:ext uri="{FF2B5EF4-FFF2-40B4-BE49-F238E27FC236}">
                <a16:creationId xmlns:a16="http://schemas.microsoft.com/office/drawing/2014/main" id="{70BD0609-EAC0-DFEC-8761-6C5A72DB26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700" y="2990316"/>
            <a:ext cx="5537200" cy="288463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ClrTx/>
              <a:buSzTx/>
              <a:buFont typeface="Arial"/>
              <a:buNone/>
              <a:defRPr>
                <a:latin typeface="Prompt"/>
                <a:ea typeface="Prompt"/>
                <a:cs typeface="Prompt"/>
              </a:defRPr>
            </a:pPr>
            <a:r>
              <a:rPr sz="1600" b="0" i="0" u="none" cap="none" spc="0">
                <a:ln>
                  <a:noFill/>
                </a:ln>
                <a:solidFill>
                  <a:prstClr val="black"/>
                </a:solidFill>
                <a:latin typeface="Prompt"/>
                <a:ea typeface="Prompt"/>
                <a:cs typeface="Prompt"/>
              </a:rPr>
              <a:t>Pass condition</a:t>
            </a:r>
          </a:p>
          <a:p xmlns:a="http://schemas.openxmlformats.org/drawingml/2006/main">
            <a:pPr marL="0" marR="0" lvl="0" indent="0" algn="l" defTabSz="91440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ClrTx/>
              <a:buSzTx/>
              <a:buFont typeface="Arial"/>
              <a:buNone/>
              <a:defRPr>
                <a:latin typeface="Prompt"/>
                <a:ea typeface="Prompt"/>
                <a:cs typeface="Prompt"/>
              </a:defRPr>
            </a:pPr>
            <a:r>
              <a:rPr sz="1600" b="0" i="0" u="none" cap="none" spc="0">
                <a:ln>
                  <a:noFill/>
                </a:ln>
                <a:solidFill>
                  <a:prstClr val="black"/>
                </a:solidFill>
                <a:latin typeface="Prompt"/>
                <a:ea typeface="Prompt"/>
                <a:cs typeface="Prompt"/>
              </a:rPr>
              <a:t>App status compatible • document series correct • ticket closed • reconciliation clean</a:t>
            </a:r>
          </a:p>
        </p:txBody>
      </p:sp>
      <p:sp>
        <p:nvSpPr>
          <p:cNvPr id="16" name="Content Placeholder 10">
            <a:extLst xmlns:a="http://schemas.openxmlformats.org/drawingml/2006/main">
              <a:ext uri="{FF2B5EF4-FFF2-40B4-BE49-F238E27FC236}">
                <a16:creationId xmlns:a16="http://schemas.microsoft.com/office/drawing/2014/main" id="{01B260BF-9264-3C70-DF2D-2E6EA83AC1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86700" y="3599916"/>
            <a:ext cx="3911600" cy="548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>
            <a:normAutofit fontScale="100000"/>
          </a:bodyPr>
          <a:lstStyle xmlns:a="http://schemas.openxmlformats.org/drawingml/2006/main">
            <a:lvl1pPr marL="228600" indent="-228600" algn="l" defTabSz="914400">
              <a:lnSpc>
                <a:spcPct val="90000"/>
              </a:lnSpc>
              <a:spcBef>
                <a:spcPts val="1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marL="0" indent="0">
              <a:lnSpc>
                <a:spcPct val="110000"/>
              </a:lnSpc>
              <a:spcBef>
                <a:spcPts val="0"/>
              </a:spcBef>
              <a:buFontTx/>
              <a:buNone/>
              <a:defRPr>
                <a:latin typeface="Prompt"/>
                <a:ea typeface="Prompt"/>
                <a:cs typeface="Prompt"/>
              </a:defRPr>
            </a:pPr>
            <a:r>
              <a:rPr sz="1600">
                <a:solidFill>
                  <a:prstClr val="black"/>
                </a:solidFill>
                <a:latin typeface="Prompt"/>
                <a:ea typeface="Prompt"/>
                <a:cs typeface="Prompt"/>
              </a:rPr>
              <a:t>103 อนุมัติ</a:t>
            </a:r>
          </a:p>
        </p:txBody>
      </p:sp>
      <p:sp>
        <p:nvSpPr>
          <p:cNvPr id="17" name="Google Shape;340;p61">
            <a:extLst xmlns:a="http://schemas.openxmlformats.org/drawingml/2006/main">
              <a:ext uri="{FF2B5EF4-FFF2-40B4-BE49-F238E27FC236}">
                <a16:creationId xmlns:a16="http://schemas.microsoft.com/office/drawing/2014/main" id="{A6CF1E9A-BF4C-E7B2-D556-8AB5FB2B65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07725" y="3624749"/>
            <a:ext cx="212551" cy="212470"/>
          </a:xfrm>
          <a:custGeom xmlns:a="http://schemas.openxmlformats.org/drawingml/2006/main">
            <a:rect l="l" t="t" r="r" b="b"/>
            <a:pathLst>
              <a:path w="21600" h="21600">
                <a:moveTo>
                  <a:pt x="10800" y="2160"/>
                </a:moveTo>
                <a:cubicBezTo>
                  <a:pt x="6029" y="2160"/>
                  <a:pt x="2160" y="6029"/>
                  <a:pt x="2160" y="10800"/>
                </a:cubicBezTo>
                <a:cubicBezTo>
                  <a:pt x="2160" y="15571"/>
                  <a:pt x="6029" y="19440"/>
                  <a:pt x="10800" y="19440"/>
                </a:cubicBezTo>
                <a:cubicBezTo>
                  <a:pt x="15571" y="19440"/>
                  <a:pt x="19440" y="15571"/>
                  <a:pt x="19440" y="10800"/>
                </a:cubicBezTo>
                <a:cubicBezTo>
                  <a:pt x="19440" y="6029"/>
                  <a:pt x="15571" y="2160"/>
                  <a:pt x="10800" y="2160"/>
                </a:cubicBezTo>
                <a:close/>
                <a:moveTo>
                  <a:pt x="0" y="10800"/>
                </a:moveTo>
                <a:cubicBezTo>
                  <a:pt x="0" y="4835"/>
                  <a:pt x="4835" y="0"/>
                  <a:pt x="10800" y="0"/>
                </a:cubicBezTo>
                <a:cubicBezTo>
                  <a:pt x="16765" y="0"/>
                  <a:pt x="21600" y="4835"/>
                  <a:pt x="21600" y="10800"/>
                </a:cubicBezTo>
                <a:cubicBezTo>
                  <a:pt x="21600" y="16765"/>
                  <a:pt x="16765" y="21600"/>
                  <a:pt x="10800" y="21600"/>
                </a:cubicBezTo>
                <a:cubicBezTo>
                  <a:pt x="4835" y="21600"/>
                  <a:pt x="0" y="16765"/>
                  <a:pt x="0" y="10800"/>
                </a:cubicBezTo>
                <a:close/>
                <a:moveTo>
                  <a:pt x="15201" y="6407"/>
                </a:moveTo>
                <a:cubicBezTo>
                  <a:pt x="15689" y="6750"/>
                  <a:pt x="15807" y="7424"/>
                  <a:pt x="15463" y="7911"/>
                </a:cubicBezTo>
                <a:lnTo>
                  <a:pt x="10333" y="15201"/>
                </a:lnTo>
                <a:cubicBezTo>
                  <a:pt x="10144" y="15470"/>
                  <a:pt x="9844" y="15637"/>
                  <a:pt x="9517" y="15658"/>
                </a:cubicBezTo>
                <a:cubicBezTo>
                  <a:pt x="9190" y="15678"/>
                  <a:pt x="8871" y="15549"/>
                  <a:pt x="8651" y="15307"/>
                </a:cubicBezTo>
                <a:lnTo>
                  <a:pt x="5951" y="12337"/>
                </a:lnTo>
                <a:cubicBezTo>
                  <a:pt x="5550" y="11895"/>
                  <a:pt x="5583" y="11213"/>
                  <a:pt x="6023" y="10811"/>
                </a:cubicBezTo>
                <a:cubicBezTo>
                  <a:pt x="6465" y="10410"/>
                  <a:pt x="7147" y="10443"/>
                  <a:pt x="7549" y="10883"/>
                </a:cubicBezTo>
                <a:lnTo>
                  <a:pt x="9342" y="12856"/>
                </a:lnTo>
                <a:lnTo>
                  <a:pt x="13697" y="6669"/>
                </a:lnTo>
                <a:cubicBezTo>
                  <a:pt x="14040" y="6181"/>
                  <a:pt x="14714" y="6063"/>
                  <a:pt x="15201" y="6407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38100" tIns="38100" rIns="38100" bIns="381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Clr>
                <a:srgbClr val="FFFFFF"/>
              </a:buClr>
              <a:buSzPts val="2400"/>
              <a:buNone/>
            </a:pPr>
            <a:endParaRPr sz="2400">
              <a:solidFill>
                <a:srgbClr val="FFFFFF"/>
              </a:solidFill>
              <a:latin typeface="Helvetica Neue"/>
              <a:ea typeface="Helvetica Neue"/>
              <a:cs typeface="Helvetica Neue"/>
            </a:endParaRPr>
          </a:p>
        </p:txBody>
      </p:sp>
      <p:sp>
        <p:nvSpPr>
          <p:cNvPr id="18" name="Content Placeholder 10">
            <a:extLst xmlns:a="http://schemas.openxmlformats.org/drawingml/2006/main">
              <a:ext uri="{FF2B5EF4-FFF2-40B4-BE49-F238E27FC236}">
                <a16:creationId xmlns:a16="http://schemas.microsoft.com/office/drawing/2014/main" id="{FE696631-18B5-8115-E5AD-ACCFD62214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86700" y="4214765"/>
            <a:ext cx="3911600" cy="548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>
            <a:normAutofit fontScale="100000"/>
          </a:bodyPr>
          <a:lstStyle xmlns:a="http://schemas.openxmlformats.org/drawingml/2006/main">
            <a:lvl1pPr marL="228600" indent="-228600" algn="l" defTabSz="914400">
              <a:lnSpc>
                <a:spcPct val="90000"/>
              </a:lnSpc>
              <a:spcBef>
                <a:spcPts val="1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marL="0" indent="0">
              <a:lnSpc>
                <a:spcPct val="110000"/>
              </a:lnSpc>
              <a:spcBef>
                <a:spcPts val="0"/>
              </a:spcBef>
              <a:buFontTx/>
              <a:buNone/>
              <a:defRPr>
                <a:latin typeface="Prompt"/>
                <a:ea typeface="Prompt"/>
                <a:cs typeface="Prompt"/>
              </a:defRPr>
            </a:pPr>
            <a:r>
              <a:rPr sz="1600">
                <a:solidFill>
                  <a:prstClr val="black"/>
                </a:solidFill>
                <a:latin typeface="Prompt"/>
                <a:ea typeface="Prompt"/>
                <a:cs typeface="Prompt"/>
              </a:rPr>
              <a:t>104/Coupon/116 ถูก</a:t>
            </a:r>
          </a:p>
        </p:txBody>
      </p:sp>
      <p:sp>
        <p:nvSpPr>
          <p:cNvPr id="19" name="Google Shape;340;p61">
            <a:extLst xmlns:a="http://schemas.openxmlformats.org/drawingml/2006/main">
              <a:ext uri="{FF2B5EF4-FFF2-40B4-BE49-F238E27FC236}">
                <a16:creationId xmlns:a16="http://schemas.microsoft.com/office/drawing/2014/main" id="{6ECBDA1E-6C7D-6B0F-A430-DF8A0965C5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07725" y="4239598"/>
            <a:ext cx="212551" cy="212470"/>
          </a:xfrm>
          <a:custGeom xmlns:a="http://schemas.openxmlformats.org/drawingml/2006/main">
            <a:rect l="l" t="t" r="r" b="b"/>
            <a:pathLst>
              <a:path w="21600" h="21600">
                <a:moveTo>
                  <a:pt x="10800" y="2160"/>
                </a:moveTo>
                <a:cubicBezTo>
                  <a:pt x="6029" y="2160"/>
                  <a:pt x="2160" y="6029"/>
                  <a:pt x="2160" y="10800"/>
                </a:cubicBezTo>
                <a:cubicBezTo>
                  <a:pt x="2160" y="15571"/>
                  <a:pt x="6029" y="19440"/>
                  <a:pt x="10800" y="19440"/>
                </a:cubicBezTo>
                <a:cubicBezTo>
                  <a:pt x="15571" y="19440"/>
                  <a:pt x="19440" y="15571"/>
                  <a:pt x="19440" y="10800"/>
                </a:cubicBezTo>
                <a:cubicBezTo>
                  <a:pt x="19440" y="6029"/>
                  <a:pt x="15571" y="2160"/>
                  <a:pt x="10800" y="2160"/>
                </a:cubicBezTo>
                <a:close/>
                <a:moveTo>
                  <a:pt x="0" y="10800"/>
                </a:moveTo>
                <a:cubicBezTo>
                  <a:pt x="0" y="4835"/>
                  <a:pt x="4835" y="0"/>
                  <a:pt x="10800" y="0"/>
                </a:cubicBezTo>
                <a:cubicBezTo>
                  <a:pt x="16765" y="0"/>
                  <a:pt x="21600" y="4835"/>
                  <a:pt x="21600" y="10800"/>
                </a:cubicBezTo>
                <a:cubicBezTo>
                  <a:pt x="21600" y="16765"/>
                  <a:pt x="16765" y="21600"/>
                  <a:pt x="10800" y="21600"/>
                </a:cubicBezTo>
                <a:cubicBezTo>
                  <a:pt x="4835" y="21600"/>
                  <a:pt x="0" y="16765"/>
                  <a:pt x="0" y="10800"/>
                </a:cubicBezTo>
                <a:close/>
                <a:moveTo>
                  <a:pt x="15201" y="6407"/>
                </a:moveTo>
                <a:cubicBezTo>
                  <a:pt x="15689" y="6750"/>
                  <a:pt x="15807" y="7424"/>
                  <a:pt x="15463" y="7911"/>
                </a:cubicBezTo>
                <a:lnTo>
                  <a:pt x="10333" y="15201"/>
                </a:lnTo>
                <a:cubicBezTo>
                  <a:pt x="10144" y="15470"/>
                  <a:pt x="9844" y="15637"/>
                  <a:pt x="9517" y="15658"/>
                </a:cubicBezTo>
                <a:cubicBezTo>
                  <a:pt x="9190" y="15678"/>
                  <a:pt x="8871" y="15549"/>
                  <a:pt x="8651" y="15307"/>
                </a:cubicBezTo>
                <a:lnTo>
                  <a:pt x="5951" y="12337"/>
                </a:lnTo>
                <a:cubicBezTo>
                  <a:pt x="5550" y="11895"/>
                  <a:pt x="5583" y="11213"/>
                  <a:pt x="6023" y="10811"/>
                </a:cubicBezTo>
                <a:cubicBezTo>
                  <a:pt x="6465" y="10410"/>
                  <a:pt x="7147" y="10443"/>
                  <a:pt x="7549" y="10883"/>
                </a:cubicBezTo>
                <a:lnTo>
                  <a:pt x="9342" y="12856"/>
                </a:lnTo>
                <a:lnTo>
                  <a:pt x="13697" y="6669"/>
                </a:lnTo>
                <a:cubicBezTo>
                  <a:pt x="14040" y="6181"/>
                  <a:pt x="14714" y="6063"/>
                  <a:pt x="15201" y="6407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38100" tIns="38100" rIns="38100" bIns="381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Clr>
                <a:srgbClr val="FFFFFF"/>
              </a:buClr>
              <a:buSzPts val="2400"/>
              <a:buNone/>
            </a:pPr>
            <a:endParaRPr sz="2400">
              <a:solidFill>
                <a:srgbClr val="FFFFFF"/>
              </a:solidFill>
              <a:latin typeface="Helvetica Neue"/>
              <a:ea typeface="Helvetica Neue"/>
              <a:cs typeface="Helvetica Neue"/>
            </a:endParaRPr>
          </a:p>
        </p:txBody>
      </p:sp>
      <p:sp>
        <p:nvSpPr>
          <p:cNvPr id="20" name="Content Placeholder 10">
            <a:extLst xmlns:a="http://schemas.openxmlformats.org/drawingml/2006/main">
              <a:ext uri="{FF2B5EF4-FFF2-40B4-BE49-F238E27FC236}">
                <a16:creationId xmlns:a16="http://schemas.microsoft.com/office/drawing/2014/main" id="{9FC4B09F-4593-687E-52A3-7E683F7FE9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86700" y="4824364"/>
            <a:ext cx="3911600" cy="548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>
            <a:normAutofit fontScale="100000"/>
          </a:bodyPr>
          <a:lstStyle xmlns:a="http://schemas.openxmlformats.org/drawingml/2006/main">
            <a:lvl1pPr marL="228600" indent="-228600" algn="l" defTabSz="914400">
              <a:lnSpc>
                <a:spcPct val="90000"/>
              </a:lnSpc>
              <a:spcBef>
                <a:spcPts val="1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marL="0" indent="0">
              <a:lnSpc>
                <a:spcPct val="110000"/>
              </a:lnSpc>
              <a:spcBef>
                <a:spcPts val="0"/>
              </a:spcBef>
              <a:buFontTx/>
              <a:buNone/>
              <a:defRPr>
                <a:latin typeface="Prompt"/>
                <a:ea typeface="Prompt"/>
                <a:cs typeface="Prompt"/>
              </a:defRPr>
            </a:pPr>
            <a:r>
              <a:rPr sz="1600">
                <a:solidFill>
                  <a:prstClr val="black"/>
                </a:solidFill>
                <a:latin typeface="Prompt"/>
                <a:ea typeface="Prompt"/>
                <a:cs typeface="Prompt"/>
              </a:rPr>
              <a:t>Ticket + net + Ship ตรง</a:t>
            </a:r>
          </a:p>
        </p:txBody>
      </p:sp>
      <p:sp>
        <p:nvSpPr>
          <p:cNvPr id="21" name="Google Shape;340;p61">
            <a:extLst xmlns:a="http://schemas.openxmlformats.org/drawingml/2006/main">
              <a:ext uri="{FF2B5EF4-FFF2-40B4-BE49-F238E27FC236}">
                <a16:creationId xmlns:a16="http://schemas.microsoft.com/office/drawing/2014/main" id="{006032E6-DDFC-FA22-4D08-3BFFC755BB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07725" y="4849197"/>
            <a:ext cx="212551" cy="212470"/>
          </a:xfrm>
          <a:custGeom xmlns:a="http://schemas.openxmlformats.org/drawingml/2006/main">
            <a:rect l="l" t="t" r="r" b="b"/>
            <a:pathLst>
              <a:path w="21600" h="21600">
                <a:moveTo>
                  <a:pt x="10800" y="2160"/>
                </a:moveTo>
                <a:cubicBezTo>
                  <a:pt x="6029" y="2160"/>
                  <a:pt x="2160" y="6029"/>
                  <a:pt x="2160" y="10800"/>
                </a:cubicBezTo>
                <a:cubicBezTo>
                  <a:pt x="2160" y="15571"/>
                  <a:pt x="6029" y="19440"/>
                  <a:pt x="10800" y="19440"/>
                </a:cubicBezTo>
                <a:cubicBezTo>
                  <a:pt x="15571" y="19440"/>
                  <a:pt x="19440" y="15571"/>
                  <a:pt x="19440" y="10800"/>
                </a:cubicBezTo>
                <a:cubicBezTo>
                  <a:pt x="19440" y="6029"/>
                  <a:pt x="15571" y="2160"/>
                  <a:pt x="10800" y="2160"/>
                </a:cubicBezTo>
                <a:close/>
                <a:moveTo>
                  <a:pt x="0" y="10800"/>
                </a:moveTo>
                <a:cubicBezTo>
                  <a:pt x="0" y="4835"/>
                  <a:pt x="4835" y="0"/>
                  <a:pt x="10800" y="0"/>
                </a:cubicBezTo>
                <a:cubicBezTo>
                  <a:pt x="16765" y="0"/>
                  <a:pt x="21600" y="4835"/>
                  <a:pt x="21600" y="10800"/>
                </a:cubicBezTo>
                <a:cubicBezTo>
                  <a:pt x="21600" y="16765"/>
                  <a:pt x="16765" y="21600"/>
                  <a:pt x="10800" y="21600"/>
                </a:cubicBezTo>
                <a:cubicBezTo>
                  <a:pt x="4835" y="21600"/>
                  <a:pt x="0" y="16765"/>
                  <a:pt x="0" y="10800"/>
                </a:cubicBezTo>
                <a:close/>
                <a:moveTo>
                  <a:pt x="15201" y="6407"/>
                </a:moveTo>
                <a:cubicBezTo>
                  <a:pt x="15689" y="6750"/>
                  <a:pt x="15807" y="7424"/>
                  <a:pt x="15463" y="7911"/>
                </a:cubicBezTo>
                <a:lnTo>
                  <a:pt x="10333" y="15201"/>
                </a:lnTo>
                <a:cubicBezTo>
                  <a:pt x="10144" y="15470"/>
                  <a:pt x="9844" y="15637"/>
                  <a:pt x="9517" y="15658"/>
                </a:cubicBezTo>
                <a:cubicBezTo>
                  <a:pt x="9190" y="15678"/>
                  <a:pt x="8871" y="15549"/>
                  <a:pt x="8651" y="15307"/>
                </a:cubicBezTo>
                <a:lnTo>
                  <a:pt x="5951" y="12337"/>
                </a:lnTo>
                <a:cubicBezTo>
                  <a:pt x="5550" y="11895"/>
                  <a:pt x="5583" y="11213"/>
                  <a:pt x="6023" y="10811"/>
                </a:cubicBezTo>
                <a:cubicBezTo>
                  <a:pt x="6465" y="10410"/>
                  <a:pt x="7147" y="10443"/>
                  <a:pt x="7549" y="10883"/>
                </a:cubicBezTo>
                <a:lnTo>
                  <a:pt x="9342" y="12856"/>
                </a:lnTo>
                <a:lnTo>
                  <a:pt x="13697" y="6669"/>
                </a:lnTo>
                <a:cubicBezTo>
                  <a:pt x="14040" y="6181"/>
                  <a:pt x="14714" y="6063"/>
                  <a:pt x="15201" y="6407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38100" tIns="38100" rIns="38100" bIns="381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Clr>
                <a:srgbClr val="FFFFFF"/>
              </a:buClr>
              <a:buSzPts val="2400"/>
              <a:buNone/>
            </a:pPr>
            <a:endParaRPr sz="2400">
              <a:solidFill>
                <a:srgbClr val="FFFFFF"/>
              </a:solidFill>
              <a:latin typeface="Helvetica Neue"/>
              <a:ea typeface="Helvetica Neue"/>
              <a:cs typeface="Helvetica Neue"/>
            </a:endParaRPr>
          </a:p>
        </p:txBody>
      </p:sp>
      <p:sp>
        <p:nvSpPr>
          <p:cNvPr id="23" name="Content Placeholder 10">
            <a:extLst xmlns:a="http://schemas.openxmlformats.org/drawingml/2006/main">
              <a:ext uri="{FF2B5EF4-FFF2-40B4-BE49-F238E27FC236}">
                <a16:creationId xmlns:a16="http://schemas.microsoft.com/office/drawing/2014/main" id="{EDAB1F81-E12B-29DC-E09F-27F129E42A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86700" y="5446664"/>
            <a:ext cx="3911600" cy="548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>
            <a:normAutofit fontScale="100000"/>
          </a:bodyPr>
          <a:lstStyle xmlns:a="http://schemas.openxmlformats.org/drawingml/2006/main">
            <a:lvl1pPr marL="228600" indent="-228600" algn="l" defTabSz="914400">
              <a:lnSpc>
                <a:spcPct val="90000"/>
              </a:lnSpc>
              <a:spcBef>
                <a:spcPts val="1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marL="0" indent="0">
              <a:lnSpc>
                <a:spcPct val="110000"/>
              </a:lnSpc>
              <a:spcBef>
                <a:spcPts val="0"/>
              </a:spcBef>
              <a:buFontTx/>
              <a:buNone/>
              <a:defRPr>
                <a:latin typeface="Prompt"/>
                <a:ea typeface="Prompt"/>
                <a:cs typeface="Prompt"/>
              </a:defRPr>
            </a:pPr>
            <a:r>
              <a:rPr sz="1600">
                <a:solidFill>
                  <a:prstClr val="black"/>
                </a:solidFill>
                <a:latin typeface="Prompt"/>
                <a:ea typeface="Prompt"/>
                <a:cs typeface="Prompt"/>
              </a:rPr>
              <a:t>203/206 + exception ปิด</a:t>
            </a:r>
          </a:p>
        </p:txBody>
      </p:sp>
      <p:sp>
        <p:nvSpPr>
          <p:cNvPr id="24" name="Google Shape;340;p61">
            <a:extLst xmlns:a="http://schemas.openxmlformats.org/drawingml/2006/main">
              <a:ext uri="{FF2B5EF4-FFF2-40B4-BE49-F238E27FC236}">
                <a16:creationId xmlns:a16="http://schemas.microsoft.com/office/drawing/2014/main" id="{A052337A-4696-49F7-A089-E21DA71AD3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07725" y="5471497"/>
            <a:ext cx="212551" cy="212470"/>
          </a:xfrm>
          <a:custGeom xmlns:a="http://schemas.openxmlformats.org/drawingml/2006/main">
            <a:rect l="l" t="t" r="r" b="b"/>
            <a:pathLst>
              <a:path w="21600" h="21600">
                <a:moveTo>
                  <a:pt x="10800" y="2160"/>
                </a:moveTo>
                <a:cubicBezTo>
                  <a:pt x="6029" y="2160"/>
                  <a:pt x="2160" y="6029"/>
                  <a:pt x="2160" y="10800"/>
                </a:cubicBezTo>
                <a:cubicBezTo>
                  <a:pt x="2160" y="15571"/>
                  <a:pt x="6029" y="19440"/>
                  <a:pt x="10800" y="19440"/>
                </a:cubicBezTo>
                <a:cubicBezTo>
                  <a:pt x="15571" y="19440"/>
                  <a:pt x="19440" y="15571"/>
                  <a:pt x="19440" y="10800"/>
                </a:cubicBezTo>
                <a:cubicBezTo>
                  <a:pt x="19440" y="6029"/>
                  <a:pt x="15571" y="2160"/>
                  <a:pt x="10800" y="2160"/>
                </a:cubicBezTo>
                <a:close/>
                <a:moveTo>
                  <a:pt x="0" y="10800"/>
                </a:moveTo>
                <a:cubicBezTo>
                  <a:pt x="0" y="4835"/>
                  <a:pt x="4835" y="0"/>
                  <a:pt x="10800" y="0"/>
                </a:cubicBezTo>
                <a:cubicBezTo>
                  <a:pt x="16765" y="0"/>
                  <a:pt x="21600" y="4835"/>
                  <a:pt x="21600" y="10800"/>
                </a:cubicBezTo>
                <a:cubicBezTo>
                  <a:pt x="21600" y="16765"/>
                  <a:pt x="16765" y="21600"/>
                  <a:pt x="10800" y="21600"/>
                </a:cubicBezTo>
                <a:cubicBezTo>
                  <a:pt x="4835" y="21600"/>
                  <a:pt x="0" y="16765"/>
                  <a:pt x="0" y="10800"/>
                </a:cubicBezTo>
                <a:close/>
                <a:moveTo>
                  <a:pt x="15201" y="6407"/>
                </a:moveTo>
                <a:cubicBezTo>
                  <a:pt x="15689" y="6750"/>
                  <a:pt x="15807" y="7424"/>
                  <a:pt x="15463" y="7911"/>
                </a:cubicBezTo>
                <a:lnTo>
                  <a:pt x="10333" y="15201"/>
                </a:lnTo>
                <a:cubicBezTo>
                  <a:pt x="10144" y="15470"/>
                  <a:pt x="9844" y="15637"/>
                  <a:pt x="9517" y="15658"/>
                </a:cubicBezTo>
                <a:cubicBezTo>
                  <a:pt x="9190" y="15678"/>
                  <a:pt x="8871" y="15549"/>
                  <a:pt x="8651" y="15307"/>
                </a:cubicBezTo>
                <a:lnTo>
                  <a:pt x="5951" y="12337"/>
                </a:lnTo>
                <a:cubicBezTo>
                  <a:pt x="5550" y="11895"/>
                  <a:pt x="5583" y="11213"/>
                  <a:pt x="6023" y="10811"/>
                </a:cubicBezTo>
                <a:cubicBezTo>
                  <a:pt x="6465" y="10410"/>
                  <a:pt x="7147" y="10443"/>
                  <a:pt x="7549" y="10883"/>
                </a:cubicBezTo>
                <a:lnTo>
                  <a:pt x="9342" y="12856"/>
                </a:lnTo>
                <a:lnTo>
                  <a:pt x="13697" y="6669"/>
                </a:lnTo>
                <a:cubicBezTo>
                  <a:pt x="14040" y="6181"/>
                  <a:pt x="14714" y="6063"/>
                  <a:pt x="15201" y="6407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38100" tIns="38100" rIns="38100" bIns="381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Clr>
                <a:srgbClr val="FFFFFF"/>
              </a:buClr>
              <a:buSzPts val="2400"/>
              <a:buNone/>
            </a:pPr>
            <a:endParaRPr sz="2400">
              <a:solidFill>
                <a:srgbClr val="FFFFFF"/>
              </a:solidFill>
              <a:latin typeface="Helvetica Neue"/>
              <a:ea typeface="Helvetica Neue"/>
              <a:cs typeface="Helvetica Neue"/>
            </a:endParaRPr>
          </a:p>
        </p:txBody>
      </p:sp>
    </p:spTree>
    <p:extLst>
      <p:ext uri="{BB962C8B-B14F-4D97-AF65-F5344CB8AC3E}">
        <p14:creationId xmlns:p14="http://schemas.microsoft.com/office/powerpoint/2010/main" val="3331879134"/>
      </p:ext>
    </p:extLst>
  </p:cSld>
</p:sld>
</file>

<file path=ppt/slides/slide7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32" name="Google Shape;532;p58">
            <a:extLst xmlns:a="http://schemas.openxmlformats.org/drawingml/2006/main">
              <a:ext uri="{FF2B5EF4-FFF2-40B4-BE49-F238E27FC236}">
                <a16:creationId xmlns:a16="http://schemas.microsoft.com/office/drawing/2014/main" id="{AA5CCC43-8737-3A41-CAE5-94B8C1D29B58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vert="horz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>
                <a:latin typeface="Prompt"/>
                <a:ea typeface="Prompt"/>
                <a:cs typeface="Prompt"/>
              </a:defRPr>
            </a:pPr>
            <a:fld id="{D3D7D1C8-AE23-AA48-DF65-C742588DBE47}" type="slidenum">
              <a:rPr>
                <a:latin typeface="Prompt"/>
                <a:ea typeface="Prompt"/>
                <a:cs typeface="Prompt"/>
              </a:rPr>
              <a:t>7</a:t>
            </a:fld>
            <a:endParaRPr/>
          </a:p>
        </p:txBody>
      </p:sp>
      <p:sp>
        <p:nvSpPr>
          <p:cNvPr id="533" name="Google Shape;533;p58">
            <a:extLst xmlns:a="http://schemas.openxmlformats.org/drawingml/2006/main">
              <a:ext uri="{FF2B5EF4-FFF2-40B4-BE49-F238E27FC236}">
                <a16:creationId xmlns:a16="http://schemas.microsoft.com/office/drawing/2014/main" id="{8B77B614-E3C4-8964-0877-92800631D48F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393699" y="344009"/>
            <a:ext cx="11404599" cy="595791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vert="horz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>
                <a:latin typeface="Prompt"/>
                <a:ea typeface="Prompt"/>
                <a:cs typeface="Prompt"/>
              </a:defRPr>
            </a:pPr>
            <a:r>
              <a:rPr>
                <a:latin typeface="Prompt"/>
                <a:ea typeface="Prompt"/>
                <a:cs typeface="Prompt"/>
              </a:rPr>
              <a:t>Enterprise Stop Work</a:t>
            </a:r>
            <a:endParaRPr/>
          </a:p>
        </p:txBody>
      </p:sp>
      <p:sp>
        <p:nvSpPr>
          <p:cNvPr id="7" name="Rounded Rectangle 6">
            <a:extLst xmlns:a="http://schemas.openxmlformats.org/drawingml/2006/main">
              <a:ext uri="{FF2B5EF4-FFF2-40B4-BE49-F238E27FC236}">
                <a16:creationId xmlns:a16="http://schemas.microsoft.com/office/drawing/2014/main" id="{24774D92-572F-796B-CFA0-75F5BDE34D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4412" y="2369856"/>
            <a:ext cx="5533887" cy="1638300"/>
          </a:xfrm>
          <a:prstGeom xmlns:a="http://schemas.openxmlformats.org/drawingml/2006/main" prst="roundRect">
            <a:avLst>
              <a:gd name="adj" fmla="val 3585"/>
            </a:avLst>
          </a:prstGeom>
          <a:solidFill xmlns:a="http://schemas.openxmlformats.org/drawingml/2006/main">
            <a:schemeClr val="accent5">
              <a:lumMod val="20000"/>
              <a:lumOff val="80000"/>
            </a:schemeClr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8" name="Content Placeholder 10">
            <a:extLst xmlns:a="http://schemas.openxmlformats.org/drawingml/2006/main">
              <a:ext uri="{FF2B5EF4-FFF2-40B4-BE49-F238E27FC236}">
                <a16:creationId xmlns:a16="http://schemas.microsoft.com/office/drawing/2014/main" id="{C0439ECA-9193-112F-E7E6-326447CEF7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61647" y="2664788"/>
            <a:ext cx="4986886" cy="1048436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>
            <a:normAutofit fontScale="100000"/>
          </a:bodyPr>
          <a:lstStyle xmlns:a="http://schemas.openxmlformats.org/drawingml/2006/main">
            <a:lvl1pPr marL="228600" indent="-228600" algn="l" defTabSz="914400">
              <a:lnSpc>
                <a:spcPct val="90000"/>
              </a:lnSpc>
              <a:spcBef>
                <a:spcPts val="1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marL="0" indent="0">
              <a:lnSpc>
                <a:spcPct val="110000"/>
              </a:lnSpc>
              <a:spcBef>
                <a:spcPts val="0"/>
              </a:spcBef>
              <a:buFontTx/>
              <a:buNone/>
              <a:defRPr>
                <a:latin typeface="Prompt"/>
                <a:ea typeface="Prompt"/>
                <a:cs typeface="Prompt"/>
              </a:defRPr>
            </a:pPr>
            <a:r>
              <a:rPr sz="1600">
                <a:solidFill>
                  <a:prstClr val="black"/>
                </a:solidFill>
                <a:latin typeface="Prompt"/>
                <a:ea typeface="Prompt"/>
                <a:cs typeface="Prompt"/>
              </a:rPr>
              <a:t>Wrong environment</a:t>
            </a:r>
          </a:p>
          <a:p xmlns:a="http://schemas.openxmlformats.org/drawingml/2006/main">
            <a:pPr marL="0" indent="0">
              <a:lnSpc>
                <a:spcPct val="100000"/>
              </a:lnSpc>
              <a:spcBef>
                <a:spcPts val="1300"/>
              </a:spcBef>
              <a:spcAft>
                <a:spcPts val="1300"/>
              </a:spcAft>
              <a:buFontTx/>
              <a:buNone/>
              <a:defRPr>
                <a:latin typeface="Prompt"/>
                <a:ea typeface="Prompt"/>
                <a:cs typeface="Prompt"/>
              </a:defRPr>
            </a:pPr>
            <a:r>
              <a:rPr sz="1600">
                <a:solidFill>
                  <a:prstClr val="black"/>
                </a:solidFill>
                <a:latin typeface="Prompt"/>
                <a:ea typeface="Prompt"/>
                <a:cs typeface="Prompt"/>
              </a:rPr>
              <a:t>ยืนยัน DB target และ migration ledger</a:t>
            </a:r>
          </a:p>
        </p:txBody>
      </p:sp>
      <p:sp>
        <p:nvSpPr>
          <p:cNvPr id="9" name="Rounded Rectangle 8">
            <a:extLst xmlns:a="http://schemas.openxmlformats.org/drawingml/2006/main">
              <a:ext uri="{FF2B5EF4-FFF2-40B4-BE49-F238E27FC236}">
                <a16:creationId xmlns:a16="http://schemas.microsoft.com/office/drawing/2014/main" id="{BED27E76-B721-E464-2478-718E91A649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043" y="2369856"/>
            <a:ext cx="5533887" cy="1638300"/>
          </a:xfrm>
          <a:prstGeom xmlns:a="http://schemas.openxmlformats.org/drawingml/2006/main" prst="roundRect">
            <a:avLst>
              <a:gd name="adj" fmla="val 3585"/>
            </a:avLst>
          </a:prstGeom>
          <a:solidFill xmlns:a="http://schemas.openxmlformats.org/drawingml/2006/main">
            <a:schemeClr val="accent5">
              <a:lumMod val="20000"/>
              <a:lumOff val="80000"/>
            </a:schemeClr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10" name="Content Placeholder 10">
            <a:extLst xmlns:a="http://schemas.openxmlformats.org/drawingml/2006/main">
              <a:ext uri="{FF2B5EF4-FFF2-40B4-BE49-F238E27FC236}">
                <a16:creationId xmlns:a16="http://schemas.microsoft.com/office/drawing/2014/main" id="{40DA34A0-E630-37E8-0332-0E57245DCF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6278" y="2664788"/>
            <a:ext cx="4986886" cy="1048436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>
            <a:normAutofit fontScale="100000"/>
          </a:bodyPr>
          <a:lstStyle xmlns:a="http://schemas.openxmlformats.org/drawingml/2006/main">
            <a:lvl1pPr marL="228600" indent="-228600" algn="l" defTabSz="914400">
              <a:lnSpc>
                <a:spcPct val="90000"/>
              </a:lnSpc>
              <a:spcBef>
                <a:spcPts val="1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marL="0" marR="0" lvl="0" indent="0" algn="l" defTabSz="91440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>
                <a:latin typeface="Prompt"/>
                <a:ea typeface="Prompt"/>
                <a:cs typeface="Prompt"/>
              </a:defRPr>
            </a:pPr>
            <a:r>
              <a:rPr sz="1600" b="0" i="0" u="none" cap="none" spc="0">
                <a:ln>
                  <a:noFill/>
                </a:ln>
                <a:solidFill>
                  <a:prstClr val="black"/>
                </a:solidFill>
                <a:latin typeface="Prompt"/>
                <a:ea typeface="Prompt"/>
                <a:cs typeface="Prompt"/>
              </a:rPr>
              <a:t>Wrong identity</a:t>
            </a:r>
          </a:p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1300"/>
              </a:spcBef>
              <a:spcAft>
                <a:spcPts val="1300"/>
              </a:spcAft>
              <a:buClrTx/>
              <a:buSzTx/>
              <a:buFontTx/>
              <a:buNone/>
              <a:defRPr>
                <a:latin typeface="Prompt"/>
                <a:ea typeface="Prompt"/>
                <a:cs typeface="Prompt"/>
              </a:defRPr>
            </a:pPr>
            <a:r>
              <a:rPr sz="1600" b="0" i="0" u="none" cap="none" spc="0">
                <a:ln>
                  <a:noFill/>
                </a:ln>
                <a:solidFill>
                  <a:prstClr val="black"/>
                </a:solidFill>
                <a:latin typeface="Prompt"/>
                <a:ea typeface="Prompt"/>
                <a:cs typeface="Prompt"/>
              </a:rPr>
              <a:t>กักรถ; ใช้ App ID/WfRef/sequence หลาย key</a:t>
            </a:r>
          </a:p>
        </p:txBody>
      </p:sp>
      <p:sp>
        <p:nvSpPr>
          <p:cNvPr id="2" name="Rounded Rectangle 1">
            <a:extLst xmlns:a="http://schemas.openxmlformats.org/drawingml/2006/main">
              <a:ext uri="{FF2B5EF4-FFF2-40B4-BE49-F238E27FC236}">
                <a16:creationId xmlns:a16="http://schemas.microsoft.com/office/drawing/2014/main" id="{F421FB3D-82DC-94B6-ADD3-99BB3C8E58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4412" y="4370106"/>
            <a:ext cx="5533887" cy="1638300"/>
          </a:xfrm>
          <a:prstGeom xmlns:a="http://schemas.openxmlformats.org/drawingml/2006/main" prst="roundRect">
            <a:avLst>
              <a:gd name="adj" fmla="val 3585"/>
            </a:avLst>
          </a:prstGeom>
          <a:solidFill xmlns:a="http://schemas.openxmlformats.org/drawingml/2006/main">
            <a:schemeClr val="accent5">
              <a:lumMod val="20000"/>
              <a:lumOff val="80000"/>
            </a:schemeClr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3" name="Content Placeholder 10">
            <a:extLst xmlns:a="http://schemas.openxmlformats.org/drawingml/2006/main">
              <a:ext uri="{FF2B5EF4-FFF2-40B4-BE49-F238E27FC236}">
                <a16:creationId xmlns:a16="http://schemas.microsoft.com/office/drawing/2014/main" id="{9122C651-AF0B-D7E1-E9EF-3F4BC1C587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61647" y="4665038"/>
            <a:ext cx="4986886" cy="1048436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>
            <a:normAutofit fontScale="100000"/>
          </a:bodyPr>
          <a:lstStyle xmlns:a="http://schemas.openxmlformats.org/drawingml/2006/main">
            <a:lvl1pPr marL="228600" indent="-228600" algn="l" defTabSz="914400">
              <a:lnSpc>
                <a:spcPct val="90000"/>
              </a:lnSpc>
              <a:spcBef>
                <a:spcPts val="1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marL="0" indent="0">
              <a:lnSpc>
                <a:spcPct val="110000"/>
              </a:lnSpc>
              <a:spcBef>
                <a:spcPts val="0"/>
              </a:spcBef>
              <a:buFontTx/>
              <a:buNone/>
              <a:defRPr>
                <a:latin typeface="Prompt"/>
                <a:ea typeface="Prompt"/>
                <a:cs typeface="Prompt"/>
              </a:defRPr>
            </a:pPr>
            <a:r>
              <a:rPr sz="1600">
                <a:solidFill>
                  <a:prstClr val="black"/>
                </a:solidFill>
                <a:latin typeface="Prompt"/>
                <a:ea typeface="Prompt"/>
                <a:cs typeface="Prompt"/>
              </a:rPr>
              <a:t>Integration incomplete</a:t>
            </a:r>
          </a:p>
          <a:p xmlns:a="http://schemas.openxmlformats.org/drawingml/2006/main">
            <a:pPr marL="0" indent="0">
              <a:lnSpc>
                <a:spcPct val="100000"/>
              </a:lnSpc>
              <a:spcBef>
                <a:spcPts val="1300"/>
              </a:spcBef>
              <a:spcAft>
                <a:spcPts val="1300"/>
              </a:spcAft>
              <a:buFontTx/>
              <a:buNone/>
              <a:defRPr>
                <a:latin typeface="Prompt"/>
                <a:ea typeface="Prompt"/>
                <a:cs typeface="Prompt"/>
              </a:defRPr>
            </a:pPr>
            <a:r>
              <a:rPr sz="1600">
                <a:solidFill>
                  <a:prstClr val="black"/>
                </a:solidFill>
                <a:latin typeface="Prompt"/>
                <a:ea typeface="Prompt"/>
                <a:cs typeface="Prompt"/>
              </a:rPr>
              <a:t>Outbox/retry ไม่เท่ากับสำเร็จ</a:t>
            </a:r>
          </a:p>
        </p:txBody>
      </p:sp>
      <p:sp>
        <p:nvSpPr>
          <p:cNvPr id="4" name="Rounded Rectangle 3">
            <a:extLst xmlns:a="http://schemas.openxmlformats.org/drawingml/2006/main">
              <a:ext uri="{FF2B5EF4-FFF2-40B4-BE49-F238E27FC236}">
                <a16:creationId xmlns:a16="http://schemas.microsoft.com/office/drawing/2014/main" id="{EDA590ED-3B5F-06BC-B0E9-C6DC4E8BBF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043" y="4370106"/>
            <a:ext cx="5533887" cy="1638300"/>
          </a:xfrm>
          <a:prstGeom xmlns:a="http://schemas.openxmlformats.org/drawingml/2006/main" prst="roundRect">
            <a:avLst>
              <a:gd name="adj" fmla="val 3585"/>
            </a:avLst>
          </a:prstGeom>
          <a:solidFill xmlns:a="http://schemas.openxmlformats.org/drawingml/2006/main">
            <a:schemeClr val="accent5">
              <a:lumMod val="20000"/>
              <a:lumOff val="80000"/>
            </a:schemeClr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5" name="Content Placeholder 10">
            <a:extLst xmlns:a="http://schemas.openxmlformats.org/drawingml/2006/main">
              <a:ext uri="{FF2B5EF4-FFF2-40B4-BE49-F238E27FC236}">
                <a16:creationId xmlns:a16="http://schemas.microsoft.com/office/drawing/2014/main" id="{EB1BBBB3-DA5C-C3DF-7DD6-33AB7A8534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6278" y="4665038"/>
            <a:ext cx="4986886" cy="1048436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>
            <a:normAutofit fontScale="100000"/>
          </a:bodyPr>
          <a:lstStyle xmlns:a="http://schemas.openxmlformats.org/drawingml/2006/main">
            <a:lvl1pPr marL="228600" indent="-228600" algn="l" defTabSz="914400">
              <a:lnSpc>
                <a:spcPct val="90000"/>
              </a:lnSpc>
              <a:spcBef>
                <a:spcPts val="1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marL="0" indent="0">
              <a:lnSpc>
                <a:spcPct val="110000"/>
              </a:lnSpc>
              <a:spcBef>
                <a:spcPts val="0"/>
              </a:spcBef>
              <a:buFontTx/>
              <a:buNone/>
              <a:defRPr>
                <a:latin typeface="Prompt"/>
                <a:ea typeface="Prompt"/>
                <a:cs typeface="Prompt"/>
              </a:defRPr>
            </a:pPr>
            <a:r>
              <a:rPr sz="1600">
                <a:solidFill>
                  <a:prstClr val="black"/>
                </a:solidFill>
                <a:latin typeface="Prompt"/>
                <a:ea typeface="Prompt"/>
                <a:cs typeface="Prompt"/>
              </a:rPr>
              <a:t>Document gap</a:t>
            </a:r>
          </a:p>
          <a:p xmlns:a="http://schemas.openxmlformats.org/drawingml/2006/main">
            <a:pPr marL="0" indent="0">
              <a:lnSpc>
                <a:spcPct val="100000"/>
              </a:lnSpc>
              <a:spcBef>
                <a:spcPts val="1300"/>
              </a:spcBef>
              <a:spcAft>
                <a:spcPts val="1300"/>
              </a:spcAft>
              <a:buFontTx/>
              <a:buNone/>
              <a:defRPr>
                <a:latin typeface="Prompt"/>
                <a:ea typeface="Prompt"/>
                <a:cs typeface="Prompt"/>
              </a:defRPr>
            </a:pPr>
            <a:r>
              <a:rPr sz="1600">
                <a:solidFill>
                  <a:prstClr val="black"/>
                </a:solidFill>
                <a:latin typeface="Prompt"/>
                <a:ea typeface="Prompt"/>
                <a:cs typeface="Prompt"/>
              </a:rPr>
              <a:t>ห้าม Post/close จน series/coupon/trace ครบ</a:t>
            </a:r>
          </a:p>
        </p:txBody>
      </p:sp>
      <p:sp>
        <p:nvSpPr>
          <p:cNvPr id="6" name="Content Placeholder 15">
            <a:extLst xmlns:a="http://schemas.openxmlformats.org/drawingml/2006/main">
              <a:ext uri="{FF2B5EF4-FFF2-40B4-BE49-F238E27FC236}">
                <a16:creationId xmlns:a16="http://schemas.microsoft.com/office/drawing/2014/main" id="{04E6B723-686B-D8DD-4DA5-3E62BDE490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939" y="1057501"/>
            <a:ext cx="11404599" cy="10122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>
            <a:normAutofit fontScale="100000"/>
          </a:bodyPr>
          <a:lstStyle xmlns:a="http://schemas.openxmlformats.org/drawingml/2006/main">
            <a:lvl1pPr marL="0" indent="0" algn="l" defTabSz="914400">
              <a:lnSpc>
                <a:spcPct val="90000"/>
              </a:lnSpc>
              <a:spcBef>
                <a:spcPts val="1000"/>
              </a:spcBef>
              <a:spcAft>
                <a:spcPts val="800"/>
              </a:spcAft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457200" indent="0" algn="l" defTabSz="914400">
              <a:lnSpc>
                <a:spcPct val="90000"/>
              </a:lnSpc>
              <a:spcBef>
                <a:spcPts val="500"/>
              </a:spcBef>
              <a:spcAft>
                <a:spcPts val="800"/>
              </a:spcAft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914400" indent="0" algn="l" defTabSz="914400">
              <a:lnSpc>
                <a:spcPct val="90000"/>
              </a:lnSpc>
              <a:spcBef>
                <a:spcPts val="500"/>
              </a:spcBef>
              <a:spcAft>
                <a:spcPts val="800"/>
              </a:spcAft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371600" indent="0" algn="l" defTabSz="914400">
              <a:lnSpc>
                <a:spcPct val="90000"/>
              </a:lnSpc>
              <a:spcBef>
                <a:spcPts val="500"/>
              </a:spcBef>
              <a:spcAft>
                <a:spcPts val="800"/>
              </a:spcAft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828800" indent="0" algn="l" defTabSz="914400">
              <a:lnSpc>
                <a:spcPct val="90000"/>
              </a:lnSpc>
              <a:spcBef>
                <a:spcPts val="500"/>
              </a:spcBef>
              <a:spcAft>
                <a:spcPts val="800"/>
              </a:spcAft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>
              <a:lnSpc>
                <a:spcPct val="114000"/>
              </a:lnSpc>
              <a:spcBef>
                <a:spcPts val="0"/>
              </a:spcBef>
              <a:spcAft>
                <a:spcPts val="600"/>
              </a:spcAft>
              <a:buNone/>
              <a:defRPr>
                <a:latin typeface="Prompt"/>
                <a:ea typeface="Prompt"/>
                <a:cs typeface="Prompt"/>
              </a:defRPr>
            </a:pPr>
            <a:r>
              <a:rPr sz="1800">
                <a:solidFill>
                  <a:prstClr val="black"/>
                </a:solidFill>
                <a:latin typeface="Prompt"/>
                <a:ea typeface="Prompt"/>
                <a:cs typeface="Prompt"/>
              </a:rPr>
              <a:t>Critical rule</a:t>
            </a:r>
          </a:p>
          <a:p xmlns:a="http://schemas.openxmlformats.org/drawingml/2006/main">
            <a:pPr>
              <a:lnSpc>
                <a:spcPct val="114000"/>
              </a:lnSpc>
              <a:spcBef>
                <a:spcPts val="0"/>
              </a:spcBef>
              <a:spcAft>
                <a:spcPts val="600"/>
              </a:spcAft>
              <a:buNone/>
              <a:defRPr>
                <a:latin typeface="Prompt"/>
                <a:ea typeface="Prompt"/>
                <a:cs typeface="Prompt"/>
              </a:defRPr>
            </a:pPr>
            <a:r>
              <a:rPr>
                <a:solidFill>
                  <a:prstClr val="black"/>
                </a:solidFill>
                <a:latin typeface="Prompt"/>
                <a:ea typeface="Prompt"/>
                <a:cs typeface="Prompt"/>
              </a:rPr>
              <a:t>ผิดฐาน ผิดรถ ผิดลูกค้า ผิดสิทธิ์ หรือ gross≤tare ต้องหยุดทันทีและแจ้ง Process Owner</a:t>
            </a:r>
          </a:p>
        </p:txBody>
      </p:sp>
    </p:spTree>
    <p:extLst>
      <p:ext uri="{BB962C8B-B14F-4D97-AF65-F5344CB8AC3E}">
        <p14:creationId xmlns:p14="http://schemas.microsoft.com/office/powerpoint/2010/main" val="1766000242"/>
      </p:ext>
    </p:extLst>
  </p:cSld>
</p:sld>
</file>

<file path=ppt/slides/slide8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58" name="Google Shape;558;p61">
            <a:extLst xmlns:a="http://schemas.openxmlformats.org/drawingml/2006/main">
              <a:ext uri="{FF2B5EF4-FFF2-40B4-BE49-F238E27FC236}">
                <a16:creationId xmlns:a16="http://schemas.microsoft.com/office/drawing/2014/main" id="{343A9ADA-DF5B-49CE-A61D-02C6EC6A5C3E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>
          <a:xfrm xmlns:a="http://schemas.openxmlformats.org/drawingml/2006/main">
            <a:off x="393700" y="4013200"/>
            <a:ext cx="3568700" cy="19812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vert="horz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None/>
              <a:defRPr>
                <a:latin typeface="Prompt"/>
                <a:ea typeface="Prompt"/>
                <a:cs typeface="Prompt"/>
              </a:defRPr>
            </a:pPr>
            <a:r>
              <a:rPr sz="2000">
                <a:solidFill>
                  <a:prstClr val="black"/>
                </a:solidFill>
                <a:latin typeface="Prompt"/>
                <a:ea typeface="Prompt"/>
                <a:cs typeface="Prompt"/>
              </a:rPr>
              <a:t>Records</a:t>
            </a:r>
            <a:endParaRPr sz="2000">
              <a:solidFill>
                <a:prstClr val="black"/>
              </a:solidFill>
              <a:latin typeface="Inter"/>
              <a:ea typeface="Inter"/>
              <a:cs typeface="Inter"/>
            </a:endParaRPr>
          </a:p>
          <a:p xmlns:a="http://schemas.openxmlformats.org/drawingml/2006/main"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None/>
              <a:defRPr>
                <a:latin typeface="Prompt"/>
                <a:ea typeface="Prompt"/>
                <a:cs typeface="Prompt"/>
              </a:defRPr>
            </a:pPr>
            <a:r>
              <a:rPr sz="2000">
                <a:solidFill>
                  <a:prstClr val="black"/>
                </a:solidFill>
                <a:latin typeface="Prompt"/>
                <a:ea typeface="Prompt"/>
                <a:cs typeface="Prompt"/>
              </a:rPr>
              <a:t>App audit + 103/104/116 + ticket + WeighTicket + 203/206</a:t>
            </a:r>
            <a:endParaRPr sz="2000">
              <a:solidFill>
                <a:prstClr val="black"/>
              </a:solidFill>
              <a:latin typeface="Inter"/>
              <a:ea typeface="Inter"/>
              <a:cs typeface="Inter"/>
            </a:endParaRPr>
          </a:p>
        </p:txBody>
      </p:sp>
      <p:sp>
        <p:nvSpPr>
          <p:cNvPr id="556" name="Google Shape;556;p61">
            <a:extLst xmlns:a="http://schemas.openxmlformats.org/drawingml/2006/main">
              <a:ext uri="{FF2B5EF4-FFF2-40B4-BE49-F238E27FC236}">
                <a16:creationId xmlns:a16="http://schemas.microsoft.com/office/drawing/2014/main" id="{3F1EC019-9236-4360-BE4B-5D32DA28AF6B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vert="horz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>
                <a:latin typeface="Prompt"/>
                <a:ea typeface="Prompt"/>
                <a:cs typeface="Prompt"/>
              </a:defRPr>
            </a:pPr>
            <a:fld id="{BA58DA2A-B818-18A9-29C1-B697728D5BCE}" type="slidenum">
              <a:rPr>
                <a:latin typeface="Prompt"/>
                <a:ea typeface="Prompt"/>
                <a:cs typeface="Prompt"/>
              </a:rPr>
              <a:t>8</a:t>
            </a:fld>
            <a:endParaRPr/>
          </a:p>
        </p:txBody>
      </p:sp>
      <p:sp>
        <p:nvSpPr>
          <p:cNvPr id="559" name="Google Shape;559;p61">
            <a:extLst xmlns:a="http://schemas.openxmlformats.org/drawingml/2006/main">
              <a:ext uri="{FF2B5EF4-FFF2-40B4-BE49-F238E27FC236}">
                <a16:creationId xmlns:a16="http://schemas.microsoft.com/office/drawing/2014/main" id="{28482A36-4295-4EDF-92B7-10B8028672B9}"/>
              </a:ext>
            </a:extLst>
          </p:cNvPr>
          <p:cNvSpPr>
            <a:spLocks xmlns:a="http://schemas.openxmlformats.org/drawingml/2006/main" noGrp="1"/>
          </p:cNvSpPr>
          <p:nvPr>
            <p:ph idx="10"/>
          </p:nvPr>
        </p:nvSpPr>
        <p:spPr>
          <a:xfrm xmlns:a="http://schemas.openxmlformats.org/drawingml/2006/main">
            <a:off x="4318000" y="4013200"/>
            <a:ext cx="3568700" cy="19812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vert="horz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None/>
              <a:defRPr>
                <a:latin typeface="Prompt"/>
                <a:ea typeface="Prompt"/>
                <a:cs typeface="Prompt"/>
              </a:defRPr>
            </a:pPr>
            <a:r>
              <a:rPr sz="2000">
                <a:solidFill>
                  <a:prstClr val="black"/>
                </a:solidFill>
                <a:latin typeface="Prompt"/>
                <a:ea typeface="Prompt"/>
                <a:cs typeface="Prompt"/>
              </a:rPr>
              <a:t>KPI</a:t>
            </a:r>
            <a:endParaRPr sz="2000">
              <a:solidFill>
                <a:prstClr val="black"/>
              </a:solidFill>
              <a:latin typeface="Inter"/>
              <a:ea typeface="Inter"/>
              <a:cs typeface="Inter"/>
            </a:endParaRPr>
          </a:p>
          <a:p xmlns:a="http://schemas.openxmlformats.org/drawingml/2006/main"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None/>
              <a:defRPr>
                <a:latin typeface="Prompt"/>
                <a:ea typeface="Prompt"/>
                <a:cs typeface="Prompt"/>
              </a:defRPr>
            </a:pPr>
            <a:r>
              <a:rPr sz="2000">
                <a:solidFill>
                  <a:prstClr val="black"/>
                </a:solidFill>
                <a:latin typeface="Prompt"/>
                <a:ea typeface="Prompt"/>
                <a:cs typeface="Prompt"/>
              </a:rPr>
              <a:t>Trace = 100%</a:t>
            </a:r>
            <a:endParaRPr sz="2000">
              <a:solidFill>
                <a:prstClr val="black"/>
              </a:solidFill>
              <a:latin typeface="Inter"/>
              <a:ea typeface="Inter"/>
              <a:cs typeface="Inter"/>
            </a:endParaRPr>
          </a:p>
          <a:p xmlns:a="http://schemas.openxmlformats.org/drawingml/2006/main"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None/>
              <a:defRPr>
                <a:latin typeface="Prompt"/>
                <a:ea typeface="Prompt"/>
                <a:cs typeface="Prompt"/>
              </a:defRPr>
            </a:pPr>
            <a:r>
              <a:rPr sz="2000">
                <a:solidFill>
                  <a:prstClr val="black"/>
                </a:solidFill>
                <a:latin typeface="Prompt"/>
                <a:ea typeface="Prompt"/>
                <a:cs typeface="Prompt"/>
              </a:rPr>
              <a:t>Gate bypass / wrong DB / gaps / stale outbox = 0</a:t>
            </a:r>
            <a:endParaRPr sz="2000">
              <a:solidFill>
                <a:prstClr val="black"/>
              </a:solidFill>
              <a:latin typeface="Inter"/>
              <a:ea typeface="Inter"/>
              <a:cs typeface="Inter"/>
            </a:endParaRPr>
          </a:p>
        </p:txBody>
      </p:sp>
      <p:sp>
        <p:nvSpPr>
          <p:cNvPr id="560" name="Google Shape;560;p61">
            <a:extLst xmlns:a="http://schemas.openxmlformats.org/drawingml/2006/main">
              <a:ext uri="{FF2B5EF4-FFF2-40B4-BE49-F238E27FC236}">
                <a16:creationId xmlns:a16="http://schemas.microsoft.com/office/drawing/2014/main" id="{EEF18D69-8C66-4763-AE20-D3DABFD871FA}"/>
              </a:ext>
            </a:extLst>
          </p:cNvPr>
          <p:cNvSpPr>
            <a:spLocks xmlns:a="http://schemas.openxmlformats.org/drawingml/2006/main" noGrp="1"/>
          </p:cNvSpPr>
          <p:nvPr>
            <p:ph idx="11"/>
          </p:nvPr>
        </p:nvSpPr>
        <p:spPr>
          <a:xfrm xmlns:a="http://schemas.openxmlformats.org/drawingml/2006/main">
            <a:off x="8232273" y="4013200"/>
            <a:ext cx="3568700" cy="19812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vert="horz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None/>
              <a:defRPr>
                <a:latin typeface="Prompt"/>
                <a:ea typeface="Prompt"/>
                <a:cs typeface="Prompt"/>
              </a:defRPr>
            </a:pPr>
            <a:r>
              <a:rPr sz="2000">
                <a:solidFill>
                  <a:prstClr val="black"/>
                </a:solidFill>
                <a:latin typeface="Prompt"/>
                <a:ea typeface="Prompt"/>
                <a:cs typeface="Prompt"/>
              </a:rPr>
              <a:t>Control room</a:t>
            </a:r>
          </a:p>
          <a:p xmlns:a="http://schemas.openxmlformats.org/drawingml/2006/main"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None/>
              <a:defRPr>
                <a:latin typeface="Prompt"/>
                <a:ea typeface="Prompt"/>
                <a:cs typeface="Prompt"/>
              </a:defRPr>
            </a:pPr>
            <a:r>
              <a:rPr sz="2000">
                <a:solidFill>
                  <a:prstClr val="black"/>
                </a:solidFill>
                <a:latin typeface="Prompt"/>
                <a:ea typeface="Prompt"/>
                <a:cs typeface="Prompt"/>
              </a:rPr>
              <a:t>Sales • Approver • Warehouse • Scale • IT • Accounting ปิด exception รายวัน</a:t>
            </a:r>
          </a:p>
        </p:txBody>
      </p:sp>
      <p:sp>
        <p:nvSpPr>
          <p:cNvPr id="557" name="Google Shape;557;p61">
            <a:extLst xmlns:a="http://schemas.openxmlformats.org/drawingml/2006/main">
              <a:ext uri="{FF2B5EF4-FFF2-40B4-BE49-F238E27FC236}">
                <a16:creationId xmlns:a16="http://schemas.microsoft.com/office/drawing/2014/main" id="{1C689AEC-3A0A-43F8-9CF6-892CE33384C4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vert="horz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>
                <a:latin typeface="Prompt"/>
                <a:ea typeface="Prompt"/>
                <a:cs typeface="Prompt"/>
              </a:defRPr>
            </a:pPr>
            <a:r>
              <a:rPr>
                <a:latin typeface="Prompt"/>
                <a:ea typeface="Prompt"/>
                <a:cs typeface="Prompt"/>
              </a:rPr>
              <a:t>Records • KPI • Control room</a:t>
            </a:r>
            <a:endParaRPr/>
          </a:p>
        </p:txBody>
      </p:sp>
      <p:sp>
        <p:nvSpPr>
          <p:cNvPr id="561" name="Google Shape;561;p61">
            <a:extLst xmlns:a="http://schemas.openxmlformats.org/drawingml/2006/main">
              <a:ext uri="{FF2B5EF4-FFF2-40B4-BE49-F238E27FC236}">
                <a16:creationId xmlns:a16="http://schemas.microsoft.com/office/drawing/2014/main" id="{954C99E0-BCF4-4C82-930A-4D636C77E9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79904" y="3382303"/>
            <a:ext cx="315580" cy="353873"/>
          </a:xfrm>
          <a:custGeom xmlns:a="http://schemas.openxmlformats.org/drawingml/2006/main">
            <a:rect l="l" t="t" r="r" b="b"/>
            <a:pathLst>
              <a:path w="20236" h="20115">
                <a:moveTo>
                  <a:pt x="11303" y="2594"/>
                </a:moveTo>
                <a:lnTo>
                  <a:pt x="2175" y="11983"/>
                </a:lnTo>
                <a:lnTo>
                  <a:pt x="9033" y="11983"/>
                </a:lnTo>
                <a:cubicBezTo>
                  <a:pt x="9364" y="11983"/>
                  <a:pt x="9678" y="12118"/>
                  <a:pt x="9883" y="12348"/>
                </a:cubicBezTo>
                <a:cubicBezTo>
                  <a:pt x="10089" y="12579"/>
                  <a:pt x="10165" y="12880"/>
                  <a:pt x="10089" y="13166"/>
                </a:cubicBezTo>
                <a:lnTo>
                  <a:pt x="8933" y="17522"/>
                </a:lnTo>
                <a:lnTo>
                  <a:pt x="18061" y="8133"/>
                </a:lnTo>
                <a:lnTo>
                  <a:pt x="11203" y="8133"/>
                </a:lnTo>
                <a:cubicBezTo>
                  <a:pt x="10872" y="8133"/>
                  <a:pt x="10558" y="7999"/>
                  <a:pt x="10353" y="7768"/>
                </a:cubicBezTo>
                <a:cubicBezTo>
                  <a:pt x="10147" y="7537"/>
                  <a:pt x="10071" y="7236"/>
                  <a:pt x="10147" y="6950"/>
                </a:cubicBezTo>
                <a:lnTo>
                  <a:pt x="11303" y="2594"/>
                </a:lnTo>
                <a:close/>
                <a:moveTo>
                  <a:pt x="10382" y="593"/>
                </a:moveTo>
                <a:cubicBezTo>
                  <a:pt x="11679" y="-742"/>
                  <a:pt x="14125" y="363"/>
                  <a:pt x="13670" y="2078"/>
                </a:cubicBezTo>
                <a:lnTo>
                  <a:pt x="12574" y="6208"/>
                </a:lnTo>
                <a:lnTo>
                  <a:pt x="18061" y="6208"/>
                </a:lnTo>
                <a:cubicBezTo>
                  <a:pt x="19918" y="6208"/>
                  <a:pt x="20918" y="8142"/>
                  <a:pt x="19705" y="9390"/>
                </a:cubicBezTo>
                <a:lnTo>
                  <a:pt x="9854" y="19523"/>
                </a:lnTo>
                <a:cubicBezTo>
                  <a:pt x="8557" y="20858"/>
                  <a:pt x="6111" y="19753"/>
                  <a:pt x="6566" y="18038"/>
                </a:cubicBezTo>
                <a:lnTo>
                  <a:pt x="7662" y="13908"/>
                </a:lnTo>
                <a:lnTo>
                  <a:pt x="2175" y="13908"/>
                </a:lnTo>
                <a:cubicBezTo>
                  <a:pt x="318" y="13908"/>
                  <a:pt x="-682" y="11974"/>
                  <a:pt x="531" y="10726"/>
                </a:cubicBezTo>
                <a:lnTo>
                  <a:pt x="10382" y="593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7725" tIns="67725" rIns="67725" bIns="67725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Clr>
                <a:srgbClr val="FFFFFF"/>
              </a:buClr>
              <a:buSzPts val="4300"/>
              <a:buNone/>
            </a:pPr>
            <a:endParaRPr sz="4300">
              <a:solidFill>
                <a:srgbClr val="FFFFFF"/>
              </a:solidFill>
              <a:latin typeface="Helvetica Neue"/>
              <a:ea typeface="Helvetica Neue"/>
              <a:cs typeface="Helvetica Neue"/>
            </a:endParaRPr>
          </a:p>
        </p:txBody>
      </p:sp>
      <p:sp>
        <p:nvSpPr>
          <p:cNvPr id="562" name="Google Shape;562;p61">
            <a:extLst xmlns:a="http://schemas.openxmlformats.org/drawingml/2006/main">
              <a:ext uri="{FF2B5EF4-FFF2-40B4-BE49-F238E27FC236}">
                <a16:creationId xmlns:a16="http://schemas.microsoft.com/office/drawing/2014/main" id="{6774C276-3732-49E8-9CF9-A9A501EFFF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1398" y="3378212"/>
            <a:ext cx="327078" cy="362074"/>
          </a:xfrm>
          <a:custGeom xmlns:a="http://schemas.openxmlformats.org/drawingml/2006/main">
            <a:rect l="l" t="t" r="r" b="b"/>
            <a:pathLst>
              <a:path w="21600" h="21333">
                <a:moveTo>
                  <a:pt x="11359" y="2130"/>
                </a:moveTo>
                <a:cubicBezTo>
                  <a:pt x="11014" y="1951"/>
                  <a:pt x="10588" y="1951"/>
                  <a:pt x="10241" y="2130"/>
                </a:cubicBezTo>
                <a:lnTo>
                  <a:pt x="3250" y="5732"/>
                </a:lnTo>
                <a:lnTo>
                  <a:pt x="10817" y="9530"/>
                </a:lnTo>
                <a:lnTo>
                  <a:pt x="18593" y="5856"/>
                </a:lnTo>
                <a:lnTo>
                  <a:pt x="11359" y="2130"/>
                </a:lnTo>
                <a:close/>
                <a:moveTo>
                  <a:pt x="19364" y="7749"/>
                </a:moveTo>
                <a:lnTo>
                  <a:pt x="11918" y="11267"/>
                </a:lnTo>
                <a:lnTo>
                  <a:pt x="11918" y="18916"/>
                </a:lnTo>
                <a:lnTo>
                  <a:pt x="18805" y="15367"/>
                </a:lnTo>
                <a:cubicBezTo>
                  <a:pt x="19152" y="15189"/>
                  <a:pt x="19364" y="14860"/>
                  <a:pt x="19364" y="14503"/>
                </a:cubicBezTo>
                <a:lnTo>
                  <a:pt x="19364" y="7749"/>
                </a:lnTo>
                <a:close/>
                <a:moveTo>
                  <a:pt x="9682" y="18916"/>
                </a:moveTo>
                <a:lnTo>
                  <a:pt x="9682" y="11250"/>
                </a:lnTo>
                <a:lnTo>
                  <a:pt x="2236" y="7513"/>
                </a:lnTo>
                <a:lnTo>
                  <a:pt x="2236" y="14503"/>
                </a:lnTo>
                <a:cubicBezTo>
                  <a:pt x="2236" y="14860"/>
                  <a:pt x="2448" y="15189"/>
                  <a:pt x="2795" y="15367"/>
                </a:cubicBezTo>
                <a:lnTo>
                  <a:pt x="9682" y="18916"/>
                </a:lnTo>
                <a:close/>
                <a:moveTo>
                  <a:pt x="9123" y="401"/>
                </a:moveTo>
                <a:cubicBezTo>
                  <a:pt x="10160" y="-133"/>
                  <a:pt x="11440" y="-133"/>
                  <a:pt x="12477" y="401"/>
                </a:cubicBezTo>
                <a:lnTo>
                  <a:pt x="19923" y="4238"/>
                </a:lnTo>
                <a:cubicBezTo>
                  <a:pt x="20962" y="4773"/>
                  <a:pt x="21600" y="5761"/>
                  <a:pt x="21600" y="6830"/>
                </a:cubicBezTo>
                <a:lnTo>
                  <a:pt x="21600" y="14503"/>
                </a:lnTo>
                <a:cubicBezTo>
                  <a:pt x="21600" y="15572"/>
                  <a:pt x="20962" y="16561"/>
                  <a:pt x="19923" y="17096"/>
                </a:cubicBezTo>
                <a:lnTo>
                  <a:pt x="12477" y="20932"/>
                </a:lnTo>
                <a:cubicBezTo>
                  <a:pt x="11440" y="21467"/>
                  <a:pt x="10160" y="21467"/>
                  <a:pt x="9123" y="20932"/>
                </a:cubicBezTo>
                <a:lnTo>
                  <a:pt x="1677" y="17096"/>
                </a:lnTo>
                <a:cubicBezTo>
                  <a:pt x="640" y="16561"/>
                  <a:pt x="0" y="15572"/>
                  <a:pt x="0" y="14503"/>
                </a:cubicBezTo>
                <a:lnTo>
                  <a:pt x="0" y="6830"/>
                </a:lnTo>
                <a:cubicBezTo>
                  <a:pt x="0" y="5761"/>
                  <a:pt x="640" y="4773"/>
                  <a:pt x="1677" y="4238"/>
                </a:cubicBezTo>
                <a:lnTo>
                  <a:pt x="9123" y="401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7725" tIns="67725" rIns="67725" bIns="67725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Clr>
                <a:srgbClr val="FFFFFF"/>
              </a:buClr>
              <a:buSzPts val="4300"/>
              <a:buNone/>
            </a:pPr>
            <a:endParaRPr sz="4300">
              <a:solidFill>
                <a:srgbClr val="FFFFFF"/>
              </a:solidFill>
              <a:latin typeface="Helvetica Neue"/>
              <a:ea typeface="Helvetica Neue"/>
              <a:cs typeface="Helvetica Neue"/>
            </a:endParaRPr>
          </a:p>
        </p:txBody>
      </p:sp>
      <p:sp>
        <p:nvSpPr>
          <p:cNvPr id="563" name="Google Shape;563;p61">
            <a:extLst xmlns:a="http://schemas.openxmlformats.org/drawingml/2006/main">
              <a:ext uri="{FF2B5EF4-FFF2-40B4-BE49-F238E27FC236}">
                <a16:creationId xmlns:a16="http://schemas.microsoft.com/office/drawing/2014/main" id="{8251B32B-E166-4046-91CB-DB8F3CC911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31597" y="3406849"/>
            <a:ext cx="338580" cy="270918"/>
          </a:xfrm>
          <a:custGeom xmlns:a="http://schemas.openxmlformats.org/drawingml/2006/main">
            <a:rect l="l" t="t" r="r" b="b"/>
            <a:pathLst>
              <a:path w="21600" h="21600">
                <a:moveTo>
                  <a:pt x="6220" y="0"/>
                </a:moveTo>
                <a:lnTo>
                  <a:pt x="15380" y="0"/>
                </a:lnTo>
                <a:cubicBezTo>
                  <a:pt x="16250" y="0"/>
                  <a:pt x="16968" y="0"/>
                  <a:pt x="17552" y="59"/>
                </a:cubicBezTo>
                <a:cubicBezTo>
                  <a:pt x="18159" y="122"/>
                  <a:pt x="18717" y="255"/>
                  <a:pt x="19241" y="589"/>
                </a:cubicBezTo>
                <a:cubicBezTo>
                  <a:pt x="20055" y="1106"/>
                  <a:pt x="20715" y="1932"/>
                  <a:pt x="21129" y="2948"/>
                </a:cubicBezTo>
                <a:cubicBezTo>
                  <a:pt x="21396" y="3603"/>
                  <a:pt x="21503" y="4301"/>
                  <a:pt x="21552" y="5060"/>
                </a:cubicBezTo>
                <a:cubicBezTo>
                  <a:pt x="21600" y="5790"/>
                  <a:pt x="21600" y="6688"/>
                  <a:pt x="21600" y="7775"/>
                </a:cubicBezTo>
                <a:lnTo>
                  <a:pt x="21600" y="13825"/>
                </a:lnTo>
                <a:cubicBezTo>
                  <a:pt x="21600" y="14912"/>
                  <a:pt x="21600" y="15810"/>
                  <a:pt x="21552" y="16540"/>
                </a:cubicBezTo>
                <a:cubicBezTo>
                  <a:pt x="21503" y="17299"/>
                  <a:pt x="21396" y="17997"/>
                  <a:pt x="21129" y="18652"/>
                </a:cubicBezTo>
                <a:cubicBezTo>
                  <a:pt x="20715" y="19668"/>
                  <a:pt x="20055" y="20494"/>
                  <a:pt x="19241" y="21011"/>
                </a:cubicBezTo>
                <a:cubicBezTo>
                  <a:pt x="18717" y="21345"/>
                  <a:pt x="18159" y="21478"/>
                  <a:pt x="17552" y="21541"/>
                </a:cubicBezTo>
                <a:cubicBezTo>
                  <a:pt x="16968" y="21600"/>
                  <a:pt x="16250" y="21600"/>
                  <a:pt x="15380" y="21600"/>
                </a:cubicBezTo>
                <a:lnTo>
                  <a:pt x="6220" y="21600"/>
                </a:lnTo>
                <a:cubicBezTo>
                  <a:pt x="5350" y="21600"/>
                  <a:pt x="4632" y="21600"/>
                  <a:pt x="4048" y="21541"/>
                </a:cubicBezTo>
                <a:cubicBezTo>
                  <a:pt x="3441" y="21478"/>
                  <a:pt x="2883" y="21345"/>
                  <a:pt x="2359" y="21011"/>
                </a:cubicBezTo>
                <a:cubicBezTo>
                  <a:pt x="1545" y="20494"/>
                  <a:pt x="885" y="19668"/>
                  <a:pt x="471" y="18652"/>
                </a:cubicBezTo>
                <a:cubicBezTo>
                  <a:pt x="204" y="17997"/>
                  <a:pt x="97" y="17299"/>
                  <a:pt x="48" y="16540"/>
                </a:cubicBezTo>
                <a:cubicBezTo>
                  <a:pt x="0" y="15810"/>
                  <a:pt x="0" y="14912"/>
                  <a:pt x="0" y="13825"/>
                </a:cubicBezTo>
                <a:lnTo>
                  <a:pt x="0" y="7775"/>
                </a:lnTo>
                <a:cubicBezTo>
                  <a:pt x="0" y="6688"/>
                  <a:pt x="0" y="5790"/>
                  <a:pt x="48" y="5060"/>
                </a:cubicBezTo>
                <a:cubicBezTo>
                  <a:pt x="97" y="4301"/>
                  <a:pt x="204" y="3603"/>
                  <a:pt x="471" y="2948"/>
                </a:cubicBezTo>
                <a:cubicBezTo>
                  <a:pt x="885" y="1932"/>
                  <a:pt x="1545" y="1106"/>
                  <a:pt x="2359" y="589"/>
                </a:cubicBezTo>
                <a:cubicBezTo>
                  <a:pt x="2883" y="255"/>
                  <a:pt x="3441" y="122"/>
                  <a:pt x="4048" y="59"/>
                </a:cubicBezTo>
                <a:cubicBezTo>
                  <a:pt x="4632" y="0"/>
                  <a:pt x="5350" y="0"/>
                  <a:pt x="6220" y="0"/>
                </a:cubicBezTo>
                <a:close/>
                <a:moveTo>
                  <a:pt x="2160" y="9450"/>
                </a:moveTo>
                <a:lnTo>
                  <a:pt x="2160" y="13770"/>
                </a:lnTo>
                <a:cubicBezTo>
                  <a:pt x="2160" y="14927"/>
                  <a:pt x="2161" y="15713"/>
                  <a:pt x="2201" y="16320"/>
                </a:cubicBezTo>
                <a:cubicBezTo>
                  <a:pt x="2239" y="16911"/>
                  <a:pt x="2309" y="17215"/>
                  <a:pt x="2395" y="17426"/>
                </a:cubicBezTo>
                <a:cubicBezTo>
                  <a:pt x="2603" y="17933"/>
                  <a:pt x="2933" y="18347"/>
                  <a:pt x="3339" y="18606"/>
                </a:cubicBezTo>
                <a:cubicBezTo>
                  <a:pt x="3508" y="18714"/>
                  <a:pt x="3751" y="18801"/>
                  <a:pt x="4224" y="18849"/>
                </a:cubicBezTo>
                <a:cubicBezTo>
                  <a:pt x="4710" y="18899"/>
                  <a:pt x="5338" y="18900"/>
                  <a:pt x="6264" y="18900"/>
                </a:cubicBezTo>
                <a:lnTo>
                  <a:pt x="15336" y="18900"/>
                </a:lnTo>
                <a:cubicBezTo>
                  <a:pt x="16262" y="18900"/>
                  <a:pt x="16890" y="18899"/>
                  <a:pt x="17376" y="18849"/>
                </a:cubicBezTo>
                <a:cubicBezTo>
                  <a:pt x="17849" y="18801"/>
                  <a:pt x="18092" y="18714"/>
                  <a:pt x="18261" y="18606"/>
                </a:cubicBezTo>
                <a:cubicBezTo>
                  <a:pt x="18667" y="18347"/>
                  <a:pt x="18997" y="17933"/>
                  <a:pt x="19205" y="17426"/>
                </a:cubicBezTo>
                <a:cubicBezTo>
                  <a:pt x="19291" y="17215"/>
                  <a:pt x="19361" y="16911"/>
                  <a:pt x="19399" y="16320"/>
                </a:cubicBezTo>
                <a:cubicBezTo>
                  <a:pt x="19439" y="15713"/>
                  <a:pt x="19440" y="14927"/>
                  <a:pt x="19440" y="13770"/>
                </a:cubicBezTo>
                <a:lnTo>
                  <a:pt x="19440" y="9450"/>
                </a:lnTo>
                <a:lnTo>
                  <a:pt x="2160" y="9450"/>
                </a:lnTo>
                <a:close/>
                <a:moveTo>
                  <a:pt x="19438" y="6750"/>
                </a:moveTo>
                <a:cubicBezTo>
                  <a:pt x="19435" y="6148"/>
                  <a:pt x="19425" y="5677"/>
                  <a:pt x="19399" y="5280"/>
                </a:cubicBezTo>
                <a:cubicBezTo>
                  <a:pt x="19361" y="4689"/>
                  <a:pt x="19291" y="4385"/>
                  <a:pt x="19205" y="4174"/>
                </a:cubicBezTo>
                <a:cubicBezTo>
                  <a:pt x="18997" y="3667"/>
                  <a:pt x="18667" y="3254"/>
                  <a:pt x="18261" y="2994"/>
                </a:cubicBezTo>
                <a:cubicBezTo>
                  <a:pt x="18092" y="2886"/>
                  <a:pt x="17849" y="2799"/>
                  <a:pt x="17376" y="2751"/>
                </a:cubicBezTo>
                <a:cubicBezTo>
                  <a:pt x="16890" y="2701"/>
                  <a:pt x="16262" y="2700"/>
                  <a:pt x="15336" y="2700"/>
                </a:cubicBezTo>
                <a:lnTo>
                  <a:pt x="6264" y="2700"/>
                </a:lnTo>
                <a:cubicBezTo>
                  <a:pt x="5338" y="2700"/>
                  <a:pt x="4710" y="2701"/>
                  <a:pt x="4224" y="2751"/>
                </a:cubicBezTo>
                <a:cubicBezTo>
                  <a:pt x="3751" y="2799"/>
                  <a:pt x="3508" y="2886"/>
                  <a:pt x="3339" y="2994"/>
                </a:cubicBezTo>
                <a:cubicBezTo>
                  <a:pt x="2933" y="3254"/>
                  <a:pt x="2603" y="3667"/>
                  <a:pt x="2395" y="4174"/>
                </a:cubicBezTo>
                <a:cubicBezTo>
                  <a:pt x="2309" y="4385"/>
                  <a:pt x="2239" y="4689"/>
                  <a:pt x="2201" y="5280"/>
                </a:cubicBezTo>
                <a:cubicBezTo>
                  <a:pt x="2175" y="5677"/>
                  <a:pt x="2165" y="6148"/>
                  <a:pt x="2162" y="6750"/>
                </a:cubicBezTo>
                <a:lnTo>
                  <a:pt x="19438" y="6750"/>
                </a:lnTo>
                <a:close/>
                <a:moveTo>
                  <a:pt x="12960" y="14850"/>
                </a:moveTo>
                <a:cubicBezTo>
                  <a:pt x="12960" y="14105"/>
                  <a:pt x="13444" y="13500"/>
                  <a:pt x="14040" y="13500"/>
                </a:cubicBezTo>
                <a:lnTo>
                  <a:pt x="16200" y="13500"/>
                </a:lnTo>
                <a:cubicBezTo>
                  <a:pt x="16796" y="13500"/>
                  <a:pt x="17280" y="14105"/>
                  <a:pt x="17280" y="14850"/>
                </a:cubicBezTo>
                <a:cubicBezTo>
                  <a:pt x="17280" y="15595"/>
                  <a:pt x="16796" y="16200"/>
                  <a:pt x="16200" y="16200"/>
                </a:cubicBezTo>
                <a:lnTo>
                  <a:pt x="14040" y="16200"/>
                </a:lnTo>
                <a:cubicBezTo>
                  <a:pt x="13444" y="16200"/>
                  <a:pt x="12960" y="15595"/>
                  <a:pt x="12960" y="14850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7725" tIns="67725" rIns="67725" bIns="67725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Clr>
                <a:srgbClr val="FFFFFF"/>
              </a:buClr>
              <a:buSzPts val="4300"/>
              <a:buNone/>
            </a:pPr>
            <a:endParaRPr sz="4300">
              <a:solidFill>
                <a:srgbClr val="FFFFFF"/>
              </a:solidFill>
              <a:latin typeface="Helvetica Neue"/>
              <a:ea typeface="Helvetica Neue"/>
              <a:cs typeface="Helvetica Neue"/>
            </a:endParaRPr>
          </a:p>
        </p:txBody>
      </p:sp>
    </p:spTree>
    <p:extLst>
      <p:ext uri="{BB962C8B-B14F-4D97-AF65-F5344CB8AC3E}">
        <p14:creationId xmlns:p14="http://schemas.microsoft.com/office/powerpoint/2010/main" val="1396943767"/>
      </p:ext>
    </p:extLst>
  </p:cSld>
</p:sld>
</file>

<file path=ppt/slides/slide9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itle 3">
            <a:extLst xmlns:a="http://schemas.openxmlformats.org/drawingml/2006/main">
              <a:ext uri="{FF2B5EF4-FFF2-40B4-BE49-F238E27FC236}">
                <a16:creationId xmlns:a16="http://schemas.microsoft.com/office/drawing/2014/main" id="{A6A4A8C5-2601-85AD-3D1E-8079D58F0351}"/>
              </a:ext>
            </a:extLst>
          </p:cNvPr>
          <p:cNvSpPr>
            <a:spLocks xmlns:a="http://schemas.openxmlformats.org/drawingml/2006/main" noGrp="1"/>
          </p:cNvSpPr>
          <p:nvPr>
            <p:ph type="ctrTitle" idx="0"/>
          </p:nvPr>
        </p:nvSpPr>
        <p:spPr>
          <a:xfrm xmlns:a="http://schemas.openxmlformats.org/drawingml/2006/main">
            <a:off x="626339" y="449662"/>
            <a:ext cx="6730425" cy="2401447"/>
          </a:xfrm>
        </p:spPr>
        <p:txBody>
          <a:bodyPr xmlns:a="http://schemas.openxmlformats.org/drawingml/2006/main" anchor="b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>
                <a:latin typeface="Prompt"/>
                <a:ea typeface="Prompt"/>
                <a:cs typeface="Prompt"/>
              </a:defRPr>
            </a:pPr>
            <a:r>
              <a:rPr sz="7200">
                <a:solidFill>
                  <a:schemeClr val="accent6">
                    <a:lumMod val="75000"/>
                  </a:schemeClr>
                </a:solidFill>
                <a:latin typeface="Prompt"/>
                <a:ea typeface="Prompt"/>
                <a:cs typeface="Prompt"/>
              </a:rPr>
              <a:t>หนึ่งธุรกรรม</a:t>
            </a:r>
          </a:p>
          <a:p xmlns:a="http://schemas.openxmlformats.org/drawingml/2006/main">
            <a:pPr>
              <a:defRPr>
                <a:latin typeface="Prompt"/>
                <a:ea typeface="Prompt"/>
                <a:cs typeface="Prompt"/>
              </a:defRPr>
            </a:pPr>
            <a:r>
              <a:rPr sz="7200">
                <a:solidFill>
                  <a:schemeClr val="accent6">
                    <a:lumMod val="75000"/>
                  </a:schemeClr>
                </a:solidFill>
                <a:latin typeface="Prompt"/>
                <a:ea typeface="Prompt"/>
                <a:cs typeface="Prompt"/>
              </a:rPr>
              <a:t>หนึ่งสายหลักฐาน</a:t>
            </a:r>
          </a:p>
        </p:txBody>
      </p:sp>
      <p:sp>
        <p:nvSpPr>
          <p:cNvPr id="5" name="Subtitle 4">
            <a:extLst xmlns:a="http://schemas.openxmlformats.org/drawingml/2006/main">
              <a:ext uri="{FF2B5EF4-FFF2-40B4-BE49-F238E27FC236}">
                <a16:creationId xmlns:a16="http://schemas.microsoft.com/office/drawing/2014/main" id="{0268A511-4B27-6E46-7765-2247D8E6C204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642669" y="3564938"/>
            <a:ext cx="3758374" cy="614676"/>
          </a:xfrm>
        </p:spPr>
        <p:txBody>
          <a:bodyPr xmlns:a="http://schemas.openxmlformats.org/drawingml/2006/main">
            <a:normAutofit fontScale="80715"/>
          </a:bodyPr>
          <a:lstStyle xmlns:a="http://schemas.openxmlformats.org/drawingml/2006/main"/>
          <a:p xmlns:a="http://schemas.openxmlformats.org/drawingml/2006/main">
            <a:pPr>
              <a:defRPr>
                <a:latin typeface="Prompt"/>
                <a:ea typeface="Prompt"/>
                <a:cs typeface="Prompt"/>
              </a:defRPr>
            </a:pPr>
            <a:r>
              <a:rPr sz="1800">
                <a:latin typeface="Prompt"/>
                <a:ea typeface="Prompt"/>
                <a:cs typeface="Prompt"/>
              </a:rPr>
              <a:t>อนุมัติ SOP • อบรมตาม Role • Pilot และ Audit</a:t>
            </a:r>
          </a:p>
          <a:p xmlns:a="http://schemas.openxmlformats.org/drawingml/2006/main">
            <a:pPr>
              <a:defRPr>
                <a:latin typeface="Prompt"/>
                <a:ea typeface="Prompt"/>
                <a:cs typeface="Prompt"/>
              </a:defRPr>
            </a:pPr>
            <a:r>
              <a:rPr sz="1800">
                <a:latin typeface="Prompt"/>
                <a:ea typeface="Prompt"/>
                <a:cs typeface="Prompt"/>
              </a:rPr>
              <a:t>อัปเดต Context Pack เมื่อ behavior เปลี่ยน</a:t>
            </a:r>
          </a:p>
        </p:txBody>
      </p:sp>
      <p:sp>
        <p:nvSpPr>
          <p:cNvPr id="2" name="TextBox 1">
            <a:extLst xmlns:a="http://schemas.openxmlformats.org/drawingml/2006/main">
              <a:ext uri="{FF2B5EF4-FFF2-40B4-BE49-F238E27FC236}">
                <a16:creationId xmlns:a16="http://schemas.microsoft.com/office/drawing/2014/main" id="{4A7725E9-20F2-2EAF-9816-0D2FEFF092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42234" y="-5234152"/>
            <a:ext cx="184731" cy="3693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>
            <a:spAutoFit/>
          </a:bodyPr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" name="TextBox 5">
            <a:extLst xmlns:a="http://schemas.openxmlformats.org/drawingml/2006/main">
              <a:ext uri="{FF2B5EF4-FFF2-40B4-BE49-F238E27FC236}">
                <a16:creationId xmlns:a16="http://schemas.microsoft.com/office/drawing/2014/main" id="{44B2C8E6-2382-F1A6-A0C1-A7364007A5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2554014" y="-3090041"/>
            <a:ext cx="184731" cy="3693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>
            <a:spAutoFit/>
          </a:bodyPr>
          <a:lstStyle xmlns:a="http://schemas.openxmlformats.org/drawingml/2006/main"/>
          <a:p xmlns:a="http://schemas.openxmlformats.org/drawingml/2006/main">
            <a:endParaRPr/>
          </a:p>
        </p:txBody>
      </p:sp>
      <p:pic>
        <p:nvPicPr>
          <p:cNvPr id="12" name="Picture 7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70daec9c5f44076"/>
          <a:srcRect xmlns:a="http://schemas.openxmlformats.org/drawingml/2006/main" l="0" t="25645" r="0" b="61469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4763386"/>
            <a:ext cx="12192000" cy="2094614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46949709"/>
      </p:ext>
    </p:extLst>
  </p:cSld>
</p:sld>
</file>

<file path=ppt/theme/theme1.xml><?xml version="1.0" encoding="utf-8"?>
<a:theme xmlns:a="http://schemas.openxmlformats.org/drawingml/2006/main" name="Default Codex Theme">
  <a:themeElements>
    <a:clrScheme name="Color Block Theme">
      <a:dk1>
        <a:srgbClr val="000000"/>
      </a:dk1>
      <a:lt1>
        <a:srgbClr val="FFFFFF"/>
      </a:lt1>
      <a:dk2>
        <a:srgbClr val="393939"/>
      </a:dk2>
      <a:lt2>
        <a:srgbClr val="F5F5F5"/>
      </a:lt2>
      <a:accent1>
        <a:srgbClr val="2ED978"/>
      </a:accent1>
      <a:accent2>
        <a:srgbClr val="9FB6FE"/>
      </a:accent2>
      <a:accent3>
        <a:srgbClr val="F3F161"/>
      </a:accent3>
      <a:accent4>
        <a:srgbClr val="FF5F27"/>
      </a:accent4>
      <a:accent5>
        <a:srgbClr val="5EC4FF"/>
      </a:accent5>
      <a:accent6>
        <a:srgbClr val="3C7DA3"/>
      </a:accent6>
      <a:hlink>
        <a:srgbClr val="FFA83A"/>
      </a:hlink>
      <a:folHlink>
        <a:srgbClr val="96607D"/>
      </a:folHlink>
    </a:clrScheme>
    <a:fontScheme name="Inter">
      <a:majorFont>
        <a:latin typeface="Inter"/>
        <a:ea typeface=""/>
        <a:cs typeface=""/>
      </a:majorFont>
      <a:minorFont>
        <a:latin typeface="Inter"/>
        <a:ea typeface=""/>
        <a:cs typeface=""/>
      </a:minorFont>
    </a:fontScheme>
    <a:fmtScheme name="Color Block Theme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2026-08-25T17:06:11.0900000Z</dcterms:created>
  <dcterms:modified xsi:type="dcterms:W3CDTF">2026-08-25T17:06:11.0900000Z</dcterms:modified>
</coreProperties>
</file>