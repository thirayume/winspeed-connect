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85d2c379f4493" /><Relationship Type="http://schemas.openxmlformats.org/officeDocument/2006/relationships/extended-properties" Target="/docProps/app.xml" Id="Rc8fc0440160a440b" /><Relationship Type="http://schemas.openxmlformats.org/officeDocument/2006/relationships/officeDocument" Target="/ppt/presentation.xml" Id="Rcf7a4fc9e137478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857e4cc4ebd4932"/>
  </p:sldMasterIdLst>
  <p:notesMasterIdLst>
    <p:notesMasterId xmlns:r="http://schemas.openxmlformats.org/officeDocument/2006/relationships" r:id="Recc60e1a5e6e429d"/>
  </p:notesMasterIdLst>
  <p:sldIdLst>
    <p:sldId xmlns:r="http://schemas.openxmlformats.org/officeDocument/2006/relationships" id="256" r:id="Rf058bef8f9e942f5"/>
    <p:sldId xmlns:r="http://schemas.openxmlformats.org/officeDocument/2006/relationships" id="257" r:id="R03c586b4ec9146d7"/>
    <p:sldId xmlns:r="http://schemas.openxmlformats.org/officeDocument/2006/relationships" id="258" r:id="R36c9ec18332945a1"/>
    <p:sldId xmlns:r="http://schemas.openxmlformats.org/officeDocument/2006/relationships" id="259" r:id="R7f2593fd548e4844"/>
    <p:sldId xmlns:r="http://schemas.openxmlformats.org/officeDocument/2006/relationships" id="260" r:id="Rd9dc7a85e4b24adb"/>
    <p:sldId xmlns:r="http://schemas.openxmlformats.org/officeDocument/2006/relationships" id="261" r:id="Rae39bfbcad9b4080"/>
    <p:sldId xmlns:r="http://schemas.openxmlformats.org/officeDocument/2006/relationships" id="262" r:id="Rdf6ffb4cedf040b4"/>
    <p:sldId xmlns:r="http://schemas.openxmlformats.org/officeDocument/2006/relationships" id="263" r:id="Rde8e358c937c4dc7"/>
    <p:sldId xmlns:r="http://schemas.openxmlformats.org/officeDocument/2006/relationships" id="264" r:id="R5186ce304a49438e"/>
  </p:sldIdLst>
  <p:sldSz cx="12192000" cy="6858000"/>
  <p:notesSz cx="6858000" cy="9144000"/>
  <p:embeddedFontLst>
    <p:embeddedFont>
      <p:font typeface="Inter"/>
      <p:regular xmlns:r="http://schemas.openxmlformats.org/officeDocument/2006/relationships" r:id="R54fe29206d874b68"/>
      <p:bold xmlns:r="http://schemas.openxmlformats.org/officeDocument/2006/relationships" r:id="R62f9d79fd44146c2"/>
    </p:embeddedFont>
    <p:embeddedFont>
      <p:font typeface="Inter Medium"/>
      <p:regular xmlns:r="http://schemas.openxmlformats.org/officeDocument/2006/relationships" r:id="Rd218b7cef90e4712"/>
    </p:embeddedFont>
    <p:embeddedFont>
      <p:font typeface="Inter SemiBold"/>
      <p:regular xmlns:r="http://schemas.openxmlformats.org/officeDocument/2006/relationships" r:id="R5444b3e09d8a484a"/>
      <p:bold xmlns:r="http://schemas.openxmlformats.org/officeDocument/2006/relationships" r:id="R343d0a1433d34fac"/>
    </p:embeddedFont>
    <p:embeddedFont>
      <p:font typeface="OpenAI Sans"/>
      <p:regular xmlns:r="http://schemas.openxmlformats.org/officeDocument/2006/relationships" r:id="R90b2857b0eef47ea"/>
      <p:bold xmlns:r="http://schemas.openxmlformats.org/officeDocument/2006/relationships" r:id="R89b927cbfe094260"/>
      <p:italic xmlns:r="http://schemas.openxmlformats.org/officeDocument/2006/relationships" r:id="Rfd7fe6689d3043e8"/>
      <p:boldItalic xmlns:r="http://schemas.openxmlformats.org/officeDocument/2006/relationships" r:id="Rf94565f7d6cf46b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838232a53d4941" /><Relationship Type="http://schemas.openxmlformats.org/officeDocument/2006/relationships/slideMaster" Target="/ppt/slideMasters/slideMaster1.xml" Id="R6857e4cc4ebd4932" /><Relationship Type="http://schemas.openxmlformats.org/officeDocument/2006/relationships/notesMaster" Target="/ppt/notesMasters/notesMaster1.xml" Id="Recc60e1a5e6e429d" /><Relationship Type="http://schemas.openxmlformats.org/officeDocument/2006/relationships/presProps" Target="/ppt/presProps.xml" Id="Rb0033fe65c47410c" /><Relationship Type="http://schemas.openxmlformats.org/officeDocument/2006/relationships/viewProps" Target="/ppt/viewProps.xml" Id="R0fcad684298f4549" /><Relationship Type="http://schemas.openxmlformats.org/officeDocument/2006/relationships/tableStyles" Target="/ppt/tableStyles.xml" Id="Rb06ccd7d4e354966" /><Relationship Type="http://schemas.openxmlformats.org/officeDocument/2006/relationships/font" Target="/ppt/fonts/font.dat" Id="R54fe29206d874b68" /><Relationship Type="http://schemas.openxmlformats.org/officeDocument/2006/relationships/font" Target="/ppt/fonts/font2.dat" Id="R62f9d79fd44146c2" /><Relationship Type="http://schemas.openxmlformats.org/officeDocument/2006/relationships/font" Target="/ppt/fonts/font3.dat" Id="Rd218b7cef90e4712" /><Relationship Type="http://schemas.openxmlformats.org/officeDocument/2006/relationships/font" Target="/ppt/fonts/font4.dat" Id="R5444b3e09d8a484a" /><Relationship Type="http://schemas.openxmlformats.org/officeDocument/2006/relationships/font" Target="/ppt/fonts/font5.dat" Id="R343d0a1433d34fac" /><Relationship Type="http://schemas.openxmlformats.org/officeDocument/2006/relationships/font" Target="/ppt/fonts/font6.dat" Id="R90b2857b0eef47ea" /><Relationship Type="http://schemas.openxmlformats.org/officeDocument/2006/relationships/font" Target="/ppt/fonts/font7.dat" Id="R89b927cbfe094260" /><Relationship Type="http://schemas.openxmlformats.org/officeDocument/2006/relationships/font" Target="/ppt/fonts/font8.dat" Id="Rfd7fe6689d3043e8" /><Relationship Type="http://schemas.openxmlformats.org/officeDocument/2006/relationships/font" Target="/ppt/fonts/font9.dat" Id="Rf94565f7d6cf46b6" /><Relationship Type="http://schemas.openxmlformats.org/officeDocument/2006/relationships/slide" Target="/ppt/slides/slide1.xml" Id="Rf058bef8f9e942f5" /><Relationship Type="http://schemas.openxmlformats.org/officeDocument/2006/relationships/slide" Target="/ppt/slides/slide2.xml" Id="R03c586b4ec9146d7" /><Relationship Type="http://schemas.openxmlformats.org/officeDocument/2006/relationships/slide" Target="/ppt/slides/slide3.xml" Id="R36c9ec18332945a1" /><Relationship Type="http://schemas.openxmlformats.org/officeDocument/2006/relationships/slide" Target="/ppt/slides/slide4.xml" Id="R7f2593fd548e4844" /><Relationship Type="http://schemas.openxmlformats.org/officeDocument/2006/relationships/slide" Target="/ppt/slides/slide5.xml" Id="Rd9dc7a85e4b24adb" /><Relationship Type="http://schemas.openxmlformats.org/officeDocument/2006/relationships/slide" Target="/ppt/slides/slide6.xml" Id="Rae39bfbcad9b4080" /><Relationship Type="http://schemas.openxmlformats.org/officeDocument/2006/relationships/slide" Target="/ppt/slides/slide7.xml" Id="Rdf6ffb4cedf040b4" /><Relationship Type="http://schemas.openxmlformats.org/officeDocument/2006/relationships/slide" Target="/ppt/slides/slide8.xml" Id="Rde8e358c937c4dc7" /><Relationship Type="http://schemas.openxmlformats.org/officeDocument/2006/relationships/slide" Target="/ppt/slides/slide9.xml" Id="R5186ce304a4943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ade76906a046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51dca7a1a4df6" /><Relationship Type="http://schemas.openxmlformats.org/officeDocument/2006/relationships/notesMaster" Target="/ppt/notesMasters/notesMaster1.xml" Id="R1a68d0390a2741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0eb99861ad44e5" /><Relationship Type="http://schemas.openxmlformats.org/officeDocument/2006/relationships/notesMaster" Target="/ppt/notesMasters/notesMaster1.xml" Id="R0097f289a17b4f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2154c7d5e3425e" /><Relationship Type="http://schemas.openxmlformats.org/officeDocument/2006/relationships/notesMaster" Target="/ppt/notesMasters/notesMaster1.xml" Id="Rcd10a5a18c6246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4d75e5984e4929" /><Relationship Type="http://schemas.openxmlformats.org/officeDocument/2006/relationships/notesMaster" Target="/ppt/notesMasters/notesMaster1.xml" Id="R8d5e3d5926ba43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c881e924354500" /><Relationship Type="http://schemas.openxmlformats.org/officeDocument/2006/relationships/notesMaster" Target="/ppt/notesMasters/notesMaster1.xml" Id="R8c9b14e623544d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619e9e70594625" /><Relationship Type="http://schemas.openxmlformats.org/officeDocument/2006/relationships/notesMaster" Target="/ppt/notesMasters/notesMaster1.xml" Id="R317bcbec6d494e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a08547e330423b" /><Relationship Type="http://schemas.openxmlformats.org/officeDocument/2006/relationships/notesMaster" Target="/ppt/notesMasters/notesMaster1.xml" Id="R130edf5457c94c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62cb524eb54032" /><Relationship Type="http://schemas.openxmlformats.org/officeDocument/2006/relationships/notesMaster" Target="/ppt/notesMasters/notesMaster1.xml" Id="R15830aefc9504b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ee240c0af54929" /><Relationship Type="http://schemas.openxmlformats.org/officeDocument/2006/relationships/notesMaster" Target="/ppt/notesMasters/notesMaster1.xml" Id="Rccdc2f9ca1764f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12dc5d50742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37a0bd34348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8d1e40af442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e9c7582d548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49d4008e34b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7a402c7a34a8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0c7b898bc4c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acf765d9a4e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1867e69b64eeb" /><Relationship Type="http://schemas.openxmlformats.org/officeDocument/2006/relationships/image" Target="/ppt/media/image.png" Id="R2eaf193f6b104c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0deb4530e4fe8" /><Relationship Type="http://schemas.openxmlformats.org/officeDocument/2006/relationships/image" Target="/ppt/media/image2.png" Id="R6e5efd5ce17b49f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2eaf193f6b104cd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6e5efd5ce17b49f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f3a925f0794a60" /><Relationship Type="http://schemas.openxmlformats.org/officeDocument/2006/relationships/slideLayout" Target="/ppt/slideLayouts/slideLayout1.xml" Id="Rf56aabd5d4b74089" /><Relationship Type="http://schemas.openxmlformats.org/officeDocument/2006/relationships/slideLayout" Target="/ppt/slideLayouts/slideLayout2.xml" Id="Rc7268c922fd64f5a" /><Relationship Type="http://schemas.openxmlformats.org/officeDocument/2006/relationships/slideLayout" Target="/ppt/slideLayouts/slideLayout3.xml" Id="R3112b6e4f50b4331" /><Relationship Type="http://schemas.openxmlformats.org/officeDocument/2006/relationships/slideLayout" Target="/ppt/slideLayouts/slideLayout4.xml" Id="R185377c3177043af" /><Relationship Type="http://schemas.openxmlformats.org/officeDocument/2006/relationships/slideLayout" Target="/ppt/slideLayouts/slideLayout5.xml" Id="R7bda3d3d87434bef" /><Relationship Type="http://schemas.openxmlformats.org/officeDocument/2006/relationships/slideLayout" Target="/ppt/slideLayouts/slideLayout6.xml" Id="Rd1c76b940e3c46a0" /><Relationship Type="http://schemas.openxmlformats.org/officeDocument/2006/relationships/slideLayout" Target="/ppt/slideLayouts/slideLayout7.xml" Id="R55c463f697be47c8" /><Relationship Type="http://schemas.openxmlformats.org/officeDocument/2006/relationships/slideLayout" Target="/ppt/slideLayouts/slideLayout8.xml" Id="R78e0ee184950482d" /><Relationship Type="http://schemas.openxmlformats.org/officeDocument/2006/relationships/slideLayout" Target="/ppt/slideLayouts/slideLayout9.xml" Id="R894c1b68bfcf4b44" /><Relationship Type="http://schemas.openxmlformats.org/officeDocument/2006/relationships/slideLayout" Target="/ppt/slideLayouts/slideLayout10.xml" Id="Rc43c23cab8a444d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6aabd5d4b74089"/>
    <p:sldLayoutId xmlns:r="http://schemas.openxmlformats.org/officeDocument/2006/relationships" id="2147483650" r:id="Rc7268c922fd64f5a"/>
    <p:sldLayoutId xmlns:r="http://schemas.openxmlformats.org/officeDocument/2006/relationships" id="2147483651" r:id="R3112b6e4f50b4331"/>
    <p:sldLayoutId xmlns:r="http://schemas.openxmlformats.org/officeDocument/2006/relationships" id="2147483652" r:id="R185377c3177043af"/>
    <p:sldLayoutId xmlns:r="http://schemas.openxmlformats.org/officeDocument/2006/relationships" id="2147483653" r:id="R7bda3d3d87434bef"/>
    <p:sldLayoutId xmlns:r="http://schemas.openxmlformats.org/officeDocument/2006/relationships" id="2147483654" r:id="Rd1c76b940e3c46a0"/>
    <p:sldLayoutId xmlns:r="http://schemas.openxmlformats.org/officeDocument/2006/relationships" id="2147483655" r:id="R55c463f697be47c8"/>
    <p:sldLayoutId xmlns:r="http://schemas.openxmlformats.org/officeDocument/2006/relationships" id="2147483656" r:id="R78e0ee184950482d"/>
    <p:sldLayoutId xmlns:r="http://schemas.openxmlformats.org/officeDocument/2006/relationships" id="2147483657" r:id="R894c1b68bfcf4b44"/>
    <p:sldLayoutId xmlns:r="http://schemas.openxmlformats.org/officeDocument/2006/relationships" id="2147483658" r:id="Rc43c23cab8a444d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996fe3e4b4e40" /><Relationship Type="http://schemas.openxmlformats.org/officeDocument/2006/relationships/image" Target="/ppt/media/image3.png" Id="R1cb72b12c3fc4f27" /><Relationship Type="http://schemas.openxmlformats.org/officeDocument/2006/relationships/notesSlide" Target="/ppt/notesSlides/notesSlide1.xml" Id="Ra462cdb8016a45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2b700dda84024" /><Relationship Type="http://schemas.openxmlformats.org/officeDocument/2006/relationships/notesSlide" Target="/ppt/notesSlides/notesSlide2.xml" Id="Re4789c69c00d4b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4e814c35a4acb" /><Relationship Type="http://schemas.openxmlformats.org/officeDocument/2006/relationships/notesSlide" Target="/ppt/notesSlides/notesSlide3.xml" Id="R092e0a9230cc41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38cc0130b742aa" /><Relationship Type="http://schemas.openxmlformats.org/officeDocument/2006/relationships/notesSlide" Target="/ppt/notesSlides/notesSlide4.xml" Id="Rc4240a2d744b4c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6582b6e428749fe" /><Relationship Type="http://schemas.openxmlformats.org/officeDocument/2006/relationships/notesSlide" Target="/ppt/notesSlides/notesSlide5.xml" Id="R4bb0d39d9b354e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7410faf5ac45df" /><Relationship Type="http://schemas.openxmlformats.org/officeDocument/2006/relationships/notesSlide" Target="/ppt/notesSlides/notesSlide6.xml" Id="Rcb45025568bb47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7173a29884e4b" /><Relationship Type="http://schemas.openxmlformats.org/officeDocument/2006/relationships/notesSlide" Target="/ppt/notesSlides/notesSlide7.xml" Id="R45e69cb9f5b94c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f2a268c6ad64ad3" /><Relationship Type="http://schemas.openxmlformats.org/officeDocument/2006/relationships/notesSlide" Target="/ppt/notesSlides/notesSlide8.xml" Id="R12e2d9e9ba4b4d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925859ed44a06" /><Relationship Type="http://schemas.openxmlformats.org/officeDocument/2006/relationships/image" Target="/ppt/media/image3.png" Id="Rb8097661424b4073" /><Relationship Type="http://schemas.openxmlformats.org/officeDocument/2006/relationships/notesSlide" Target="/ppt/notesSlides/notesSlide9.xml" Id="R22e6411e4f5b4d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9722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SOP TruckScale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ชั่งเข้า–ชั่งออก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WF-SOP-TS-001  |  ฉบับ 1.0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25 สิงหาคม 2569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72b12c3fc4f27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2598689-54C9-18A7-3A19-ED76AA08988F}" type="slidenum">
              <a:rPr>
                <a:latin typeface="Prompt"/>
                <a:ea typeface="Prompt"/>
                <a:cs typeface="Prompt"/>
              </a:rPr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สิ่งที่ต้องใช้บน TruckScale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ขอบเขตและผลลัพธ์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บทบาทและ Gate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ขั้นตอนปฏิบัติ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Stop Work / Exception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Records และ KPI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Checklist / Action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202359C0-8A7A-196E-DD58-8E6569619F09}" type="slidenum">
              <a:rPr>
                <a:latin typeface="Prompt"/>
                <a:ea typeface="Prompt"/>
                <a:cs typeface="Prompt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หนึ่งบัตร = หนึ่งรอบชั่ง</a:t>
            </a:r>
            <a:endParaRPr sz="4800"/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ห้ามเดาเมื่อ match กำกวม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Vehicle identity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sequence + plate + customer + เอกสารต้องตรง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Weight integrity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net = weight_out − weight_in และค่าต้องสมเหตุผล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รับรถ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FD6AB9A-5F9E-5F59-51AB-3C8734130965}" type="slidenum">
              <a:rPr>
                <a:latin typeface="Prompt"/>
                <a:ea typeface="Prompt"/>
                <a:cs typeface="Prompt"/>
              </a:rPr>
              <a:t>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วงจรบัตรชั่ง 3 ช่วง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ปฏิบัติ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ปิดงาน</a:t>
            </a:r>
          </a:p>
        </p:txBody>
      </p:sp>
      <p:cxnSp>
        <p:nvCxnSpPr>
          <p:cNvPr id="3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เตรียมและชั่งเข้า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ตรวจศูนย์ ระบุตัวรถ บันทึก weight_in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Owner: Weighbridge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โหลดและชั่งออก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เรียกบัตร OPEN เดิม ยืนยันสินค้า บันทึก weight_out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ปิดและกระทบยอด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ตรวจ net, Move Bill, one_num และเวลาออก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E5B3003-2C54-13C6-9832-7637201064DE}" type="slidenum">
              <a:rPr>
                <a:latin typeface="Prompt"/>
                <a:ea typeface="Prompt"/>
                <a:cs typeface="Prompt"/>
              </a:rPr>
              <a:t>5</a:t>
            </a:fld>
            <a:endParaRPr/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บทบาทที่ต้องประสานกัน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Weighbridge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ระบุตัวรถ ตรวจเครื่องชั่ง บันทึกน้ำหนักและปิดบัตร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Warehouse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ยืนยันสินค้า ตัน/ถุง คลัง ปลายทาง และลำดับโหลด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Supervisor / IT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อนุมัติ deviation จัดการ ambiguity, sync และ outbox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ผู้ชั่ง ผู้อนุมัติน้ำหนักผิดปกติ และผู้แก้ incident ควรแยกคนเมื่อทำได้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1593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ใช้ฟิลด์และผลหลังบันทึก ไม่ผูกกับชื่อปุ่มเฉพาะรุ่น</a:t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8C630A04-5A25-9E0C-9436-126091DB86B3}" type="slidenum">
              <a:rPr>
                <a:latin typeface="Prompt"/>
                <a:ea typeface="Prompt"/>
                <a:cs typeface="Prompt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Checklist ก่อนปล่อยรถ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เครื่องชั่งศูนย์/คงที่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Pass condition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บัตรเดิม • เครื่องชั่งพร้อม • ตัวรถและสินค้าตรง • น้ำหนักครบ • ไม่มี exception ค้าง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บัตร OPEN เดิม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gross &gt; tare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Move Bill + สินค้าตรง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one_num + เวลาออกครบ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D3D7D1C8-AE23-AA48-DF65-C742588DBE47}" type="slidenum">
              <a:rPr>
                <a:latin typeface="Prompt"/>
                <a:ea typeface="Prompt"/>
                <a:cs typeface="Prompt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Stop Work — กักรถและตรวจ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Scale unstable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หยุดใช้และแจ้งผู้ดูแลเครื่องมือวัด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Duplicate OPEN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ห้ามเลือกจากทะเบียนอย่างเดียว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Data mismatch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กักรถและให้เจ้าของงานยืนยัน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Abnormal / outbox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ชั่งซ้ำ เก็บ approval และติดตามจนปิด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Critical controls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ห้ามชั่งต่อหรือปิดบัตรเมื่อเครื่องชั่ง ข้อมูลตัวรถ หรือค่าน้ำหนักไม่น่าเชื่อถือ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343A9ADA-DF5B-49CE-A61D-02C6EC6A5C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Records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sequence • one_num • movebill • in/out/net • product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3F1EC019-9236-4360-BE4B-5D32DA28AF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BA58DA2A-B818-18A9-29C1-B697728D5BCE}" type="slidenum">
              <a:rPr>
                <a:latin typeface="Prompt"/>
                <a:ea typeface="Prompt"/>
                <a:cs typeface="Prompt"/>
              </a:rPr>
              <a:t>8</a:t>
            </a:fld>
            <a:endParaRPr/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28482A36-4295-4EDF-92B7-10B8028672B9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KPI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Open เกินเวลา = 0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Unapproved abnormal = 0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Traceability = 100%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EEF18D69-8C66-4763-AE20-D3DABFD871F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Shift action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ปิดบัตรค้าง บัตรฉุกเฉิน ambiguity และ outbox ก่อนส่งกะ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1C689AEC-3A0A-43F8-9CF6-892CE3338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Records • KPI • Shift action</a:t>
            </a:r>
            <a:endParaRPr/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954C99E0-BCF4-4C82-930A-4D636C77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6774C276-3732-49E8-9CF9-A9A501EF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8251B32B-E166-4046-91CB-DB8F3CC9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969437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ชั่งถูกบัตร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จึงปล่อยรถได้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9374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อบรมการระบุตัวรถ + Stop Work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ตรวจสอบเทียบเครื่องชั่งและบัตรค้างทุกกะ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97661424b4073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2026-08-25T17:06:05.6690000Z</dcterms:created>
  <dcterms:modified xsi:type="dcterms:W3CDTF">2026-08-25T17:06:05.6690000Z</dcterms:modified>
</coreProperties>
</file>