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d27265306452c" /><Relationship Type="http://schemas.openxmlformats.org/officeDocument/2006/relationships/extended-properties" Target="/docProps/app.xml" Id="R2ef8ccb2f4224968" /><Relationship Type="http://schemas.openxmlformats.org/officeDocument/2006/relationships/officeDocument" Target="/ppt/presentation.xml" Id="R5465a70588114ae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070593e369b4d50"/>
  </p:sldMasterIdLst>
  <p:notesMasterIdLst>
    <p:notesMasterId xmlns:r="http://schemas.openxmlformats.org/officeDocument/2006/relationships" r:id="R29e37dbebc0a4802"/>
  </p:notesMasterIdLst>
  <p:sldIdLst>
    <p:sldId xmlns:r="http://schemas.openxmlformats.org/officeDocument/2006/relationships" id="256" r:id="R949d004a0057414f"/>
    <p:sldId xmlns:r="http://schemas.openxmlformats.org/officeDocument/2006/relationships" id="257" r:id="R67a7994fa6c64386"/>
    <p:sldId xmlns:r="http://schemas.openxmlformats.org/officeDocument/2006/relationships" id="258" r:id="R8bf70bbdbe244a7b"/>
    <p:sldId xmlns:r="http://schemas.openxmlformats.org/officeDocument/2006/relationships" id="259" r:id="R2623920fb3834e6c"/>
    <p:sldId xmlns:r="http://schemas.openxmlformats.org/officeDocument/2006/relationships" id="260" r:id="Re3e630234e9f44e7"/>
    <p:sldId xmlns:r="http://schemas.openxmlformats.org/officeDocument/2006/relationships" id="261" r:id="Rcd3c707bcbcf4b89"/>
    <p:sldId xmlns:r="http://schemas.openxmlformats.org/officeDocument/2006/relationships" id="262" r:id="R112420b396cc4c00"/>
    <p:sldId xmlns:r="http://schemas.openxmlformats.org/officeDocument/2006/relationships" id="263" r:id="R3d28f631c9054211"/>
    <p:sldId xmlns:r="http://schemas.openxmlformats.org/officeDocument/2006/relationships" id="264" r:id="R6c6da95a53b544d5"/>
  </p:sldIdLst>
  <p:sldSz cx="12192000" cy="6858000"/>
  <p:notesSz cx="6858000" cy="9144000"/>
  <p:embeddedFontLst>
    <p:embeddedFont>
      <p:font typeface="Inter"/>
      <p:regular xmlns:r="http://schemas.openxmlformats.org/officeDocument/2006/relationships" r:id="R8c0a5d5be12c483f"/>
      <p:bold xmlns:r="http://schemas.openxmlformats.org/officeDocument/2006/relationships" r:id="Rd0e1ad063dca40ab"/>
    </p:embeddedFont>
    <p:embeddedFont>
      <p:font typeface="Inter Medium"/>
      <p:regular xmlns:r="http://schemas.openxmlformats.org/officeDocument/2006/relationships" r:id="R7df03526644f41ee"/>
    </p:embeddedFont>
    <p:embeddedFont>
      <p:font typeface="Inter SemiBold"/>
      <p:regular xmlns:r="http://schemas.openxmlformats.org/officeDocument/2006/relationships" r:id="Ra8664b7bd2f64fb8"/>
      <p:bold xmlns:r="http://schemas.openxmlformats.org/officeDocument/2006/relationships" r:id="R0406c22587064aee"/>
    </p:embeddedFont>
    <p:embeddedFont>
      <p:font typeface="OpenAI Sans"/>
      <p:regular xmlns:r="http://schemas.openxmlformats.org/officeDocument/2006/relationships" r:id="Rb7981ae6a21142ae"/>
      <p:bold xmlns:r="http://schemas.openxmlformats.org/officeDocument/2006/relationships" r:id="Rb9ef5263f8dd4d87"/>
      <p:italic xmlns:r="http://schemas.openxmlformats.org/officeDocument/2006/relationships" r:id="Ra146ff79fdf44a41"/>
      <p:boldItalic xmlns:r="http://schemas.openxmlformats.org/officeDocument/2006/relationships" r:id="R072f38c8dc9e45b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3d9e515d5e403e" /><Relationship Type="http://schemas.openxmlformats.org/officeDocument/2006/relationships/slideMaster" Target="/ppt/slideMasters/slideMaster1.xml" Id="Ra070593e369b4d50" /><Relationship Type="http://schemas.openxmlformats.org/officeDocument/2006/relationships/notesMaster" Target="/ppt/notesMasters/notesMaster1.xml" Id="R29e37dbebc0a4802" /><Relationship Type="http://schemas.openxmlformats.org/officeDocument/2006/relationships/presProps" Target="/ppt/presProps.xml" Id="R8a87ab9241464ca8" /><Relationship Type="http://schemas.openxmlformats.org/officeDocument/2006/relationships/viewProps" Target="/ppt/viewProps.xml" Id="R455bf3362c3547e3" /><Relationship Type="http://schemas.openxmlformats.org/officeDocument/2006/relationships/tableStyles" Target="/ppt/tableStyles.xml" Id="R639c986a2321497e" /><Relationship Type="http://schemas.openxmlformats.org/officeDocument/2006/relationships/font" Target="/ppt/fonts/font.dat" Id="R8c0a5d5be12c483f" /><Relationship Type="http://schemas.openxmlformats.org/officeDocument/2006/relationships/font" Target="/ppt/fonts/font2.dat" Id="Rd0e1ad063dca40ab" /><Relationship Type="http://schemas.openxmlformats.org/officeDocument/2006/relationships/font" Target="/ppt/fonts/font3.dat" Id="R7df03526644f41ee" /><Relationship Type="http://schemas.openxmlformats.org/officeDocument/2006/relationships/font" Target="/ppt/fonts/font4.dat" Id="Ra8664b7bd2f64fb8" /><Relationship Type="http://schemas.openxmlformats.org/officeDocument/2006/relationships/font" Target="/ppt/fonts/font5.dat" Id="R0406c22587064aee" /><Relationship Type="http://schemas.openxmlformats.org/officeDocument/2006/relationships/font" Target="/ppt/fonts/font6.dat" Id="Rb7981ae6a21142ae" /><Relationship Type="http://schemas.openxmlformats.org/officeDocument/2006/relationships/font" Target="/ppt/fonts/font7.dat" Id="Rb9ef5263f8dd4d87" /><Relationship Type="http://schemas.openxmlformats.org/officeDocument/2006/relationships/font" Target="/ppt/fonts/font8.dat" Id="Ra146ff79fdf44a41" /><Relationship Type="http://schemas.openxmlformats.org/officeDocument/2006/relationships/font" Target="/ppt/fonts/font9.dat" Id="R072f38c8dc9e45b4" /><Relationship Type="http://schemas.openxmlformats.org/officeDocument/2006/relationships/slide" Target="/ppt/slides/slide1.xml" Id="R949d004a0057414f" /><Relationship Type="http://schemas.openxmlformats.org/officeDocument/2006/relationships/slide" Target="/ppt/slides/slide2.xml" Id="R67a7994fa6c64386" /><Relationship Type="http://schemas.openxmlformats.org/officeDocument/2006/relationships/slide" Target="/ppt/slides/slide3.xml" Id="R8bf70bbdbe244a7b" /><Relationship Type="http://schemas.openxmlformats.org/officeDocument/2006/relationships/slide" Target="/ppt/slides/slide4.xml" Id="R2623920fb3834e6c" /><Relationship Type="http://schemas.openxmlformats.org/officeDocument/2006/relationships/slide" Target="/ppt/slides/slide5.xml" Id="Re3e630234e9f44e7" /><Relationship Type="http://schemas.openxmlformats.org/officeDocument/2006/relationships/slide" Target="/ppt/slides/slide6.xml" Id="Rcd3c707bcbcf4b89" /><Relationship Type="http://schemas.openxmlformats.org/officeDocument/2006/relationships/slide" Target="/ppt/slides/slide7.xml" Id="R112420b396cc4c00" /><Relationship Type="http://schemas.openxmlformats.org/officeDocument/2006/relationships/slide" Target="/ppt/slides/slide8.xml" Id="R3d28f631c9054211" /><Relationship Type="http://schemas.openxmlformats.org/officeDocument/2006/relationships/slide" Target="/ppt/slides/slide9.xml" Id="R6c6da95a53b544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61f14172b746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8a9aaa7d04e87" /><Relationship Type="http://schemas.openxmlformats.org/officeDocument/2006/relationships/notesMaster" Target="/ppt/notesMasters/notesMaster1.xml" Id="Rab5022255e3a40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1669c8d5f947ac" /><Relationship Type="http://schemas.openxmlformats.org/officeDocument/2006/relationships/notesMaster" Target="/ppt/notesMasters/notesMaster1.xml" Id="R8c341593759e4d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1295e9d8c74165" /><Relationship Type="http://schemas.openxmlformats.org/officeDocument/2006/relationships/notesMaster" Target="/ppt/notesMasters/notesMaster1.xml" Id="R7c58c94b117c4e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9acb00ce6044a3" /><Relationship Type="http://schemas.openxmlformats.org/officeDocument/2006/relationships/notesMaster" Target="/ppt/notesMasters/notesMaster1.xml" Id="Rcb0e49021efb4f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914666d4a64a8d" /><Relationship Type="http://schemas.openxmlformats.org/officeDocument/2006/relationships/notesMaster" Target="/ppt/notesMasters/notesMaster1.xml" Id="R6791d2d16e5749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11b6e42db445d5" /><Relationship Type="http://schemas.openxmlformats.org/officeDocument/2006/relationships/notesMaster" Target="/ppt/notesMasters/notesMaster1.xml" Id="R8c8481d90a384b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457e27cf9247ea" /><Relationship Type="http://schemas.openxmlformats.org/officeDocument/2006/relationships/notesMaster" Target="/ppt/notesMasters/notesMaster1.xml" Id="R82b8a28ac55742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29d5d4112d4fef" /><Relationship Type="http://schemas.openxmlformats.org/officeDocument/2006/relationships/notesMaster" Target="/ppt/notesMasters/notesMaster1.xml" Id="Rd2813bfb931348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26ab7007fd4f76" /><Relationship Type="http://schemas.openxmlformats.org/officeDocument/2006/relationships/notesMaster" Target="/ppt/notesMasters/notesMaster1.xml" Id="R5db9869ad21844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5eb15ce604b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3a0924f2744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1c8dc43b54d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fb0b6bbbf4d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0da51138740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6eadc1eec44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5a1270e23453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0639590ca640e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8aefc78a742c8" /><Relationship Type="http://schemas.openxmlformats.org/officeDocument/2006/relationships/image" Target="/ppt/media/image.png" Id="R55990e9c49984c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52b0feda94108" /><Relationship Type="http://schemas.openxmlformats.org/officeDocument/2006/relationships/image" Target="/ppt/media/image2.png" Id="R875e9b4b48b842c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55990e9c49984cf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875e9b4b48b842c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c1b41699c444c9" /><Relationship Type="http://schemas.openxmlformats.org/officeDocument/2006/relationships/slideLayout" Target="/ppt/slideLayouts/slideLayout1.xml" Id="R99cc9f3e34cf4f50" /><Relationship Type="http://schemas.openxmlformats.org/officeDocument/2006/relationships/slideLayout" Target="/ppt/slideLayouts/slideLayout2.xml" Id="Ra457f0ed50ff4618" /><Relationship Type="http://schemas.openxmlformats.org/officeDocument/2006/relationships/slideLayout" Target="/ppt/slideLayouts/slideLayout3.xml" Id="R301b9c5154df4ed9" /><Relationship Type="http://schemas.openxmlformats.org/officeDocument/2006/relationships/slideLayout" Target="/ppt/slideLayouts/slideLayout4.xml" Id="R2f13e77f919044f3" /><Relationship Type="http://schemas.openxmlformats.org/officeDocument/2006/relationships/slideLayout" Target="/ppt/slideLayouts/slideLayout5.xml" Id="Rfac56b8711264c79" /><Relationship Type="http://schemas.openxmlformats.org/officeDocument/2006/relationships/slideLayout" Target="/ppt/slideLayouts/slideLayout6.xml" Id="R389b1c84de8e4c7f" /><Relationship Type="http://schemas.openxmlformats.org/officeDocument/2006/relationships/slideLayout" Target="/ppt/slideLayouts/slideLayout7.xml" Id="R18ced5c2f05c4408" /><Relationship Type="http://schemas.openxmlformats.org/officeDocument/2006/relationships/slideLayout" Target="/ppt/slideLayouts/slideLayout8.xml" Id="Rd8a2230e6f2a446b" /><Relationship Type="http://schemas.openxmlformats.org/officeDocument/2006/relationships/slideLayout" Target="/ppt/slideLayouts/slideLayout9.xml" Id="R1512e6ce2df6448c" /><Relationship Type="http://schemas.openxmlformats.org/officeDocument/2006/relationships/slideLayout" Target="/ppt/slideLayouts/slideLayout10.xml" Id="Re64702c2a6a244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c9f3e34cf4f50"/>
    <p:sldLayoutId xmlns:r="http://schemas.openxmlformats.org/officeDocument/2006/relationships" id="2147483650" r:id="Ra457f0ed50ff4618"/>
    <p:sldLayoutId xmlns:r="http://schemas.openxmlformats.org/officeDocument/2006/relationships" id="2147483651" r:id="R301b9c5154df4ed9"/>
    <p:sldLayoutId xmlns:r="http://schemas.openxmlformats.org/officeDocument/2006/relationships" id="2147483652" r:id="R2f13e77f919044f3"/>
    <p:sldLayoutId xmlns:r="http://schemas.openxmlformats.org/officeDocument/2006/relationships" id="2147483653" r:id="Rfac56b8711264c79"/>
    <p:sldLayoutId xmlns:r="http://schemas.openxmlformats.org/officeDocument/2006/relationships" id="2147483654" r:id="R389b1c84de8e4c7f"/>
    <p:sldLayoutId xmlns:r="http://schemas.openxmlformats.org/officeDocument/2006/relationships" id="2147483655" r:id="R18ced5c2f05c4408"/>
    <p:sldLayoutId xmlns:r="http://schemas.openxmlformats.org/officeDocument/2006/relationships" id="2147483656" r:id="Rd8a2230e6f2a446b"/>
    <p:sldLayoutId xmlns:r="http://schemas.openxmlformats.org/officeDocument/2006/relationships" id="2147483657" r:id="R1512e6ce2df6448c"/>
    <p:sldLayoutId xmlns:r="http://schemas.openxmlformats.org/officeDocument/2006/relationships" id="2147483658" r:id="Re64702c2a6a2443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b5a91b8b6418a" /><Relationship Type="http://schemas.openxmlformats.org/officeDocument/2006/relationships/image" Target="/ppt/media/image3.png" Id="Ra91f953c5f734540" /><Relationship Type="http://schemas.openxmlformats.org/officeDocument/2006/relationships/notesSlide" Target="/ppt/notesSlides/notesSlide1.xml" Id="Re47f33fda4144f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1cd5141ed4233" /><Relationship Type="http://schemas.openxmlformats.org/officeDocument/2006/relationships/notesSlide" Target="/ppt/notesSlides/notesSlide2.xml" Id="R77e5498b442947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3fc72f0824c2b" /><Relationship Type="http://schemas.openxmlformats.org/officeDocument/2006/relationships/notesSlide" Target="/ppt/notesSlides/notesSlide3.xml" Id="Rb18918b5afad4d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a155c3046f047b0" /><Relationship Type="http://schemas.openxmlformats.org/officeDocument/2006/relationships/notesSlide" Target="/ppt/notesSlides/notesSlide4.xml" Id="Re419431f402a4a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bd66a56f27b44bf" /><Relationship Type="http://schemas.openxmlformats.org/officeDocument/2006/relationships/notesSlide" Target="/ppt/notesSlides/notesSlide5.xml" Id="Ra7c82b0d3fa340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3c4bcc90d42c7" /><Relationship Type="http://schemas.openxmlformats.org/officeDocument/2006/relationships/notesSlide" Target="/ppt/notesSlides/notesSlide6.xml" Id="Rc5e4cd3127394e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bc7902f344ec3" /><Relationship Type="http://schemas.openxmlformats.org/officeDocument/2006/relationships/notesSlide" Target="/ppt/notesSlides/notesSlide7.xml" Id="R4304fb483d3946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8769bac5a324cc7" /><Relationship Type="http://schemas.openxmlformats.org/officeDocument/2006/relationships/notesSlide" Target="/ppt/notesSlides/notesSlide8.xml" Id="R40bd3ccf3ee045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97600e8fa4b86" /><Relationship Type="http://schemas.openxmlformats.org/officeDocument/2006/relationships/image" Target="/ppt/media/image3.png" Id="R65328d2f45dd4fcb" /><Relationship Type="http://schemas.openxmlformats.org/officeDocument/2006/relationships/notesSlide" Target="/ppt/notesSlides/notesSlide9.xml" Id="R5b3c1895960d4a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81057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SOP Prosoft WINSpeed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การขายถึงรับชำระ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WF-SOP-WS-001  |  ฉบับ 1.0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25 สิงหาคม 2569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f953c5f734540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2598689-54C9-18A7-3A19-ED76AA08988F}" type="slidenum">
              <a:rPr>
                <a:latin typeface="Prompt"/>
                <a:ea typeface="Prompt"/>
                <a:cs typeface="Prompt"/>
              </a:rPr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สิ่งที่ต้องใช้บน WINSpeed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ขอบเขตและผลลัพธ์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บทบาทและ Gate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ขั้นตอนปฏิบัติ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Stop Work / Exception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Records และ KPI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Checklist / Action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202359C0-8A7A-196E-DD58-8E6569619F09}" type="slidenum">
              <a:rPr>
                <a:latin typeface="Prompt"/>
                <a:ea typeface="Prompt"/>
                <a:cs typeface="Prompt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เลขชุดและ source trace</a:t>
            </a:r>
            <a:endParaRPr sz="4800"/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ต้องถูกก่อน Save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Approval gate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CheckAll='Y' และอนุมัติเอกสาร 103 เดิม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Delivery gate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104 + คูปองรายบรรทัดครบก่อน Save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ช่วง 1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FD6AB9A-5F9E-5F59-51AB-3C8734130965}" type="slidenum">
              <a:rPr>
                <a:latin typeface="Prompt"/>
                <a:ea typeface="Prompt"/>
                <a:cs typeface="Prompt"/>
              </a:rPr>
              <a:t>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เส้นทางควบคุม 3 ช่วง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ช่วง 2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ช่วง 3</a:t>
            </a:r>
          </a:p>
        </p:txBody>
      </p:sp>
      <p:cxnSp>
        <p:nvCxnSpPr>
          <p:cNvPr id="3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จองและอนุมัติ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 I/K → อนุมัติเอกสารเดิม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Owner: Sales + Approver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ส่งมอบและคูปอง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104 I/K → C/D → 116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Owner: Warehouse + Coupon Control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บัญชีและปิดวงจร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203 J/N → 206 → Reconcile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Owner: Accounting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E5B3003-2C54-13C6-9832-7637201064DE}" type="slidenum">
              <a:rPr>
                <a:latin typeface="Prompt"/>
                <a:ea typeface="Prompt"/>
                <a:cs typeface="Prompt"/>
              </a:rPr>
              <a:t>5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เจ้าของงานและการแบ่งหน้าที่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Sales / Counter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สร้าง 103 ตรวจลูกค้า ราคา ปริมาณ และเลขชุด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Warehouse / Coupon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สร้าง 104 คำนวณ C/D ทุกบรรทัด และทำ 116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Accounting / Admin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Post J/N รับชำระ; ซ่อมผ่าน procedure ที่อนุมัติ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ใช้ four-eyes check ก่อนบันทึก 104 และแยกผู้จัดทำ ผู้อนุมัติ ผู้ซ่อมข้อมูลออกจากกัน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9511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หลักฐานต้องตามรอยได้ตั้งแต่ 103 ถึง 206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8C630A04-5A25-9E0C-9436-126091DB86B3}" type="slidenum">
              <a:rPr>
                <a:latin typeface="Prompt"/>
                <a:ea typeface="Prompt"/>
                <a:cs typeface="Prompt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Checklist ก่อนปิดงาน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 อนุมัติครบ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Pass condition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เลขชุดตรงสาย • ยอดและ source trace ตรง • ไม่มี coupon gap หรือ incident ค้าง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104 อ้างอิง 103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คูปองครบก่อน Save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116 / Move Bill ตรง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203 / 206 กระทบยอด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D3D7D1C8-AE23-AA48-DF65-C742588DBE47}" type="slidenum">
              <a:rPr>
                <a:latin typeface="Prompt"/>
                <a:ea typeface="Prompt"/>
                <a:cs typeface="Prompt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Stop Work — ห้ามผ่าน Gate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Wrong series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ป้อน I/K/C/D/J/N ใหม่ก่อน Save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Approval missing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ตรวจ CheckAll, เครดิต และสิทธิ์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Coupon gap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เปิด incident; ผู้อนุญาตใช้ wf procedure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Trace ไม่ครบ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 Post Invoice หรือรับชำระ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Critical controls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หยุดเมื่อเอกสาร ชุด ปริมาณ หรือคูปองไม่ตรง; ห้ามแก้ dbo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343A9ADA-DF5B-49CE-A61D-02C6EC6A5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Records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103/approval • 104/coupon • 116 • 203 • 206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3F1EC019-9236-4360-BE4B-5D32DA28AF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BA58DA2A-B818-18A9-29C1-B697728D5BCE}" type="slidenum">
              <a:rPr>
                <a:latin typeface="Prompt"/>
                <a:ea typeface="Prompt"/>
                <a:cs typeface="Prompt"/>
              </a:rPr>
              <a:t>8</a:t>
            </a:fld>
            <a:endParaRPr/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28482A36-4295-4EDF-92B7-10B8028672B9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KPI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Coupon gap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Wrong series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Traceability = 100%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EEF18D69-8C66-4763-AE20-D3DABFD871F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Action owner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ระบุ owner, due time, root cause และ closure evidence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1C689AEC-3A0A-43F8-9CF6-892CE3338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Records • KPI • Action owner</a:t>
            </a:r>
            <a:endParaRPr/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954C99E0-BCF4-4C82-930A-4D636C7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6774C276-3732-49E8-9CF9-A9A501EF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8251B32B-E166-4046-91CB-DB8F3CC9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96943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พร้อมใช้งาน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หลังอนุมัติ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76948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อบรมตามบทบาท • ทดลองด้วยรายการควบคุม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ทบทวนเมื่อ series, gate หรือ procedure เปลี่ยน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28d2f45dd4fcb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2026-08-25T17:06:03.2990000Z</dcterms:created>
  <dcterms:modified xsi:type="dcterms:W3CDTF">2026-08-25T17:06:03.2990000Z</dcterms:modified>
</coreProperties>
</file>