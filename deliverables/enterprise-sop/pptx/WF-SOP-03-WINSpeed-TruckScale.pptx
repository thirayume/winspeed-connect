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5b8b0107d48ae" /><Relationship Type="http://schemas.openxmlformats.org/officeDocument/2006/relationships/extended-properties" Target="/docProps/app.xml" Id="R72d4e1480f2f4337" /><Relationship Type="http://schemas.openxmlformats.org/officeDocument/2006/relationships/officeDocument" Target="/ppt/presentation.xml" Id="R4898a5522c87406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63d6b1c858b47b5"/>
  </p:sldMasterIdLst>
  <p:notesMasterIdLst>
    <p:notesMasterId xmlns:r="http://schemas.openxmlformats.org/officeDocument/2006/relationships" r:id="R91e60a43c64a4cd2"/>
  </p:notesMasterIdLst>
  <p:sldIdLst>
    <p:sldId xmlns:r="http://schemas.openxmlformats.org/officeDocument/2006/relationships" id="256" r:id="Rb85eae8908384f1e"/>
    <p:sldId xmlns:r="http://schemas.openxmlformats.org/officeDocument/2006/relationships" id="257" r:id="R6fec01e7b9094f4f"/>
    <p:sldId xmlns:r="http://schemas.openxmlformats.org/officeDocument/2006/relationships" id="258" r:id="Rbcfa2107fd7c4690"/>
    <p:sldId xmlns:r="http://schemas.openxmlformats.org/officeDocument/2006/relationships" id="259" r:id="R278e043359d64612"/>
    <p:sldId xmlns:r="http://schemas.openxmlformats.org/officeDocument/2006/relationships" id="260" r:id="R40b2e27f25494510"/>
    <p:sldId xmlns:r="http://schemas.openxmlformats.org/officeDocument/2006/relationships" id="261" r:id="R51796a11007c436b"/>
    <p:sldId xmlns:r="http://schemas.openxmlformats.org/officeDocument/2006/relationships" id="262" r:id="Rac9016d70f164674"/>
    <p:sldId xmlns:r="http://schemas.openxmlformats.org/officeDocument/2006/relationships" id="263" r:id="R1d2b8979d11b43c0"/>
    <p:sldId xmlns:r="http://schemas.openxmlformats.org/officeDocument/2006/relationships" id="264" r:id="R1f10200bd6e740a9"/>
  </p:sldIdLst>
  <p:sldSz cx="12192000" cy="6858000"/>
  <p:notesSz cx="6858000" cy="9144000"/>
  <p:embeddedFontLst>
    <p:embeddedFont>
      <p:font typeface="Inter"/>
      <p:regular xmlns:r="http://schemas.openxmlformats.org/officeDocument/2006/relationships" r:id="Ree3fcaecb3b94ca3"/>
      <p:bold xmlns:r="http://schemas.openxmlformats.org/officeDocument/2006/relationships" r:id="R810ba91783344651"/>
    </p:embeddedFont>
    <p:embeddedFont>
      <p:font typeface="Inter Medium"/>
      <p:regular xmlns:r="http://schemas.openxmlformats.org/officeDocument/2006/relationships" r:id="R5fce4f3c5d6b4126"/>
    </p:embeddedFont>
    <p:embeddedFont>
      <p:font typeface="Inter SemiBold"/>
      <p:regular xmlns:r="http://schemas.openxmlformats.org/officeDocument/2006/relationships" r:id="R8160933733e34da5"/>
      <p:bold xmlns:r="http://schemas.openxmlformats.org/officeDocument/2006/relationships" r:id="Rff8c176064044b7d"/>
    </p:embeddedFont>
    <p:embeddedFont>
      <p:font typeface="OpenAI Sans"/>
      <p:regular xmlns:r="http://schemas.openxmlformats.org/officeDocument/2006/relationships" r:id="Raa2478d8b49c4476"/>
      <p:bold xmlns:r="http://schemas.openxmlformats.org/officeDocument/2006/relationships" r:id="R85e853cac70a4fe6"/>
      <p:italic xmlns:r="http://schemas.openxmlformats.org/officeDocument/2006/relationships" r:id="R4555410171054884"/>
      <p:boldItalic xmlns:r="http://schemas.openxmlformats.org/officeDocument/2006/relationships" r:id="R760d20ea522e4b1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2907a33ed4d2c" /><Relationship Type="http://schemas.openxmlformats.org/officeDocument/2006/relationships/slideMaster" Target="/ppt/slideMasters/slideMaster1.xml" Id="Ra63d6b1c858b47b5" /><Relationship Type="http://schemas.openxmlformats.org/officeDocument/2006/relationships/notesMaster" Target="/ppt/notesMasters/notesMaster1.xml" Id="R91e60a43c64a4cd2" /><Relationship Type="http://schemas.openxmlformats.org/officeDocument/2006/relationships/presProps" Target="/ppt/presProps.xml" Id="R20c26ec3ec45480c" /><Relationship Type="http://schemas.openxmlformats.org/officeDocument/2006/relationships/viewProps" Target="/ppt/viewProps.xml" Id="Rdc854b250374408a" /><Relationship Type="http://schemas.openxmlformats.org/officeDocument/2006/relationships/tableStyles" Target="/ppt/tableStyles.xml" Id="R768a85b06c894567" /><Relationship Type="http://schemas.openxmlformats.org/officeDocument/2006/relationships/font" Target="/ppt/fonts/font.dat" Id="Ree3fcaecb3b94ca3" /><Relationship Type="http://schemas.openxmlformats.org/officeDocument/2006/relationships/font" Target="/ppt/fonts/font2.dat" Id="R810ba91783344651" /><Relationship Type="http://schemas.openxmlformats.org/officeDocument/2006/relationships/font" Target="/ppt/fonts/font3.dat" Id="R5fce4f3c5d6b4126" /><Relationship Type="http://schemas.openxmlformats.org/officeDocument/2006/relationships/font" Target="/ppt/fonts/font4.dat" Id="R8160933733e34da5" /><Relationship Type="http://schemas.openxmlformats.org/officeDocument/2006/relationships/font" Target="/ppt/fonts/font5.dat" Id="Rff8c176064044b7d" /><Relationship Type="http://schemas.openxmlformats.org/officeDocument/2006/relationships/font" Target="/ppt/fonts/font6.dat" Id="Raa2478d8b49c4476" /><Relationship Type="http://schemas.openxmlformats.org/officeDocument/2006/relationships/font" Target="/ppt/fonts/font7.dat" Id="R85e853cac70a4fe6" /><Relationship Type="http://schemas.openxmlformats.org/officeDocument/2006/relationships/font" Target="/ppt/fonts/font8.dat" Id="R4555410171054884" /><Relationship Type="http://schemas.openxmlformats.org/officeDocument/2006/relationships/font" Target="/ppt/fonts/font9.dat" Id="R760d20ea522e4b1c" /><Relationship Type="http://schemas.openxmlformats.org/officeDocument/2006/relationships/slide" Target="/ppt/slides/slide1.xml" Id="Rb85eae8908384f1e" /><Relationship Type="http://schemas.openxmlformats.org/officeDocument/2006/relationships/slide" Target="/ppt/slides/slide2.xml" Id="R6fec01e7b9094f4f" /><Relationship Type="http://schemas.openxmlformats.org/officeDocument/2006/relationships/slide" Target="/ppt/slides/slide3.xml" Id="Rbcfa2107fd7c4690" /><Relationship Type="http://schemas.openxmlformats.org/officeDocument/2006/relationships/slide" Target="/ppt/slides/slide4.xml" Id="R278e043359d64612" /><Relationship Type="http://schemas.openxmlformats.org/officeDocument/2006/relationships/slide" Target="/ppt/slides/slide5.xml" Id="R40b2e27f25494510" /><Relationship Type="http://schemas.openxmlformats.org/officeDocument/2006/relationships/slide" Target="/ppt/slides/slide6.xml" Id="R51796a11007c436b" /><Relationship Type="http://schemas.openxmlformats.org/officeDocument/2006/relationships/slide" Target="/ppt/slides/slide7.xml" Id="Rac9016d70f164674" /><Relationship Type="http://schemas.openxmlformats.org/officeDocument/2006/relationships/slide" Target="/ppt/slides/slide8.xml" Id="R1d2b8979d11b43c0" /><Relationship Type="http://schemas.openxmlformats.org/officeDocument/2006/relationships/slide" Target="/ppt/slides/slide9.xml" Id="R1f10200bd6e7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e7c149b984d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50a682d8e49eb" /><Relationship Type="http://schemas.openxmlformats.org/officeDocument/2006/relationships/notesMaster" Target="/ppt/notesMasters/notesMaster1.xml" Id="Rb62aa7c5bd0b40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b6080e95634b64" /><Relationship Type="http://schemas.openxmlformats.org/officeDocument/2006/relationships/notesMaster" Target="/ppt/notesMasters/notesMaster1.xml" Id="Rc20505b8404a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b345d7ba244a7" /><Relationship Type="http://schemas.openxmlformats.org/officeDocument/2006/relationships/notesMaster" Target="/ppt/notesMasters/notesMaster1.xml" Id="R635410738ac745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98de490264496" /><Relationship Type="http://schemas.openxmlformats.org/officeDocument/2006/relationships/notesMaster" Target="/ppt/notesMasters/notesMaster1.xml" Id="Re36851c71c5847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1ed01665994480" /><Relationship Type="http://schemas.openxmlformats.org/officeDocument/2006/relationships/notesMaster" Target="/ppt/notesMasters/notesMaster1.xml" Id="R50e30c5525524e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e7202ba104f07" /><Relationship Type="http://schemas.openxmlformats.org/officeDocument/2006/relationships/notesMaster" Target="/ppt/notesMasters/notesMaster1.xml" Id="R4b988c02f72e44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49a0e6d204763" /><Relationship Type="http://schemas.openxmlformats.org/officeDocument/2006/relationships/notesMaster" Target="/ppt/notesMasters/notesMaster1.xml" Id="R5ff425ddef3e41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9793646b24d96" /><Relationship Type="http://schemas.openxmlformats.org/officeDocument/2006/relationships/notesMaster" Target="/ppt/notesMasters/notesMaster1.xml" Id="R5da97863b9df46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21fb7e6a044d24" /><Relationship Type="http://schemas.openxmlformats.org/officeDocument/2006/relationships/notesMaster" Target="/ppt/notesMasters/notesMaster1.xml" Id="Ra0632f93b4da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e0d07441942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cc86cf1f043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77356beb24e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aaec79e3f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d0696814f4e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62d103ecd4a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cfe21949843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bd22eeeef4c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8f6937ef24f34" /><Relationship Type="http://schemas.openxmlformats.org/officeDocument/2006/relationships/image" Target="/ppt/media/image.png" Id="Rf18e6304376b44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8a2210e844d99" /><Relationship Type="http://schemas.openxmlformats.org/officeDocument/2006/relationships/image" Target="/ppt/media/image2.png" Id="Rfe4b907e8634409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f18e6304376b44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fe4b907e863440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54de8d22a48c6" /><Relationship Type="http://schemas.openxmlformats.org/officeDocument/2006/relationships/slideLayout" Target="/ppt/slideLayouts/slideLayout1.xml" Id="R52131d63f5db49ed" /><Relationship Type="http://schemas.openxmlformats.org/officeDocument/2006/relationships/slideLayout" Target="/ppt/slideLayouts/slideLayout2.xml" Id="R077a84b7d7854a3e" /><Relationship Type="http://schemas.openxmlformats.org/officeDocument/2006/relationships/slideLayout" Target="/ppt/slideLayouts/slideLayout3.xml" Id="Rc3f0073fc85b4a69" /><Relationship Type="http://schemas.openxmlformats.org/officeDocument/2006/relationships/slideLayout" Target="/ppt/slideLayouts/slideLayout4.xml" Id="R4402c16859b34ea9" /><Relationship Type="http://schemas.openxmlformats.org/officeDocument/2006/relationships/slideLayout" Target="/ppt/slideLayouts/slideLayout5.xml" Id="R412cfabb19694ae9" /><Relationship Type="http://schemas.openxmlformats.org/officeDocument/2006/relationships/slideLayout" Target="/ppt/slideLayouts/slideLayout6.xml" Id="R93b18869cb2a494a" /><Relationship Type="http://schemas.openxmlformats.org/officeDocument/2006/relationships/slideLayout" Target="/ppt/slideLayouts/slideLayout7.xml" Id="R544f4969b8cd4c05" /><Relationship Type="http://schemas.openxmlformats.org/officeDocument/2006/relationships/slideLayout" Target="/ppt/slideLayouts/slideLayout8.xml" Id="R8ba31659f259467f" /><Relationship Type="http://schemas.openxmlformats.org/officeDocument/2006/relationships/slideLayout" Target="/ppt/slideLayouts/slideLayout9.xml" Id="Rd7a4af103c8144d4" /><Relationship Type="http://schemas.openxmlformats.org/officeDocument/2006/relationships/slideLayout" Target="/ppt/slideLayouts/slideLayout10.xml" Id="R8650a569065043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31d63f5db49ed"/>
    <p:sldLayoutId xmlns:r="http://schemas.openxmlformats.org/officeDocument/2006/relationships" id="2147483650" r:id="R077a84b7d7854a3e"/>
    <p:sldLayoutId xmlns:r="http://schemas.openxmlformats.org/officeDocument/2006/relationships" id="2147483651" r:id="Rc3f0073fc85b4a69"/>
    <p:sldLayoutId xmlns:r="http://schemas.openxmlformats.org/officeDocument/2006/relationships" id="2147483652" r:id="R4402c16859b34ea9"/>
    <p:sldLayoutId xmlns:r="http://schemas.openxmlformats.org/officeDocument/2006/relationships" id="2147483653" r:id="R412cfabb19694ae9"/>
    <p:sldLayoutId xmlns:r="http://schemas.openxmlformats.org/officeDocument/2006/relationships" id="2147483654" r:id="R93b18869cb2a494a"/>
    <p:sldLayoutId xmlns:r="http://schemas.openxmlformats.org/officeDocument/2006/relationships" id="2147483655" r:id="R544f4969b8cd4c05"/>
    <p:sldLayoutId xmlns:r="http://schemas.openxmlformats.org/officeDocument/2006/relationships" id="2147483656" r:id="R8ba31659f259467f"/>
    <p:sldLayoutId xmlns:r="http://schemas.openxmlformats.org/officeDocument/2006/relationships" id="2147483657" r:id="Rd7a4af103c8144d4"/>
    <p:sldLayoutId xmlns:r="http://schemas.openxmlformats.org/officeDocument/2006/relationships" id="2147483658" r:id="R8650a569065043e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a2c00cdb04f79" /><Relationship Type="http://schemas.openxmlformats.org/officeDocument/2006/relationships/image" Target="/ppt/media/image3.png" Id="R5e3a9aa50fa347c7" /><Relationship Type="http://schemas.openxmlformats.org/officeDocument/2006/relationships/notesSlide" Target="/ppt/notesSlides/notesSlide1.xml" Id="R75a01fac7af749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80097760448e8" /><Relationship Type="http://schemas.openxmlformats.org/officeDocument/2006/relationships/notesSlide" Target="/ppt/notesSlides/notesSlide2.xml" Id="R83545c93443d4a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47a6a9cf848de" /><Relationship Type="http://schemas.openxmlformats.org/officeDocument/2006/relationships/notesSlide" Target="/ppt/notesSlides/notesSlide3.xml" Id="Re98d08ff651e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a0c980a4fe44b6" /><Relationship Type="http://schemas.openxmlformats.org/officeDocument/2006/relationships/notesSlide" Target="/ppt/notesSlides/notesSlide4.xml" Id="R12301ff4d17d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2b5094797b4801" /><Relationship Type="http://schemas.openxmlformats.org/officeDocument/2006/relationships/notesSlide" Target="/ppt/notesSlides/notesSlide5.xml" Id="R84fe70c939ab47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c5594fb2a492a" /><Relationship Type="http://schemas.openxmlformats.org/officeDocument/2006/relationships/notesSlide" Target="/ppt/notesSlides/notesSlide6.xml" Id="Rb8a670a374244b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0b1a045c44448" /><Relationship Type="http://schemas.openxmlformats.org/officeDocument/2006/relationships/notesSlide" Target="/ppt/notesSlides/notesSlide7.xml" Id="Rb380aee4ec624b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53b2237105d4316" /><Relationship Type="http://schemas.openxmlformats.org/officeDocument/2006/relationships/notesSlide" Target="/ppt/notesSlides/notesSlide8.xml" Id="R79cdd3932fc949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b061c22a4242" /><Relationship Type="http://schemas.openxmlformats.org/officeDocument/2006/relationships/image" Target="/ppt/media/image3.png" Id="Rf85ad25245984667" /><Relationship Type="http://schemas.openxmlformats.org/officeDocument/2006/relationships/notesSlide" Target="/ppt/notesSlides/notesSlide9.xml" Id="Rdfc90e60382649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1057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SOP WINSpeed + TruckScale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ส่งมอบที่ trace ได้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WF-SOP-INT-001  |  ฉบับ 1.0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25 สิงหาคม 2569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a9aa50fa347c7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2598689-54C9-18A7-3A19-ED76AA08988F}" type="slidenum">
              <a:rPr>
                <a:latin typeface="Prompt"/>
                <a:ea typeface="Prompt"/>
                <a:cs typeface="Prompt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การควบคุมสองระบบ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ขอบเขตและผลลัพธ์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บทบาทและ Gate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ขั้นตอนปฏิบัติ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Stop Work / Exception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Records และ KPI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Checklist /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202359C0-8A7A-196E-DD58-8E6569619F09}" type="slidenum">
              <a:rPr>
                <a:latin typeface="Prompt"/>
                <a:ea typeface="Prompt"/>
                <a:cs typeface="Prompt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เอกสารและบัตรชั่ง</a:t>
            </a:r>
            <a:endParaRPr sz="4800"/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ต้องชี้กลับธุรกรรมเดียวกัน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Document gate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103 อนุมัติ → 104/Coupon/116 ชุดถูก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Dispatch gate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sequence + one_num + Move Bill + net ตรงกัน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ก่อนโหลด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FD6AB9A-5F9E-5F59-51AB-3C8734130965}" type="slidenum">
              <a:rPr>
                <a:latin typeface="Prompt"/>
                <a:ea typeface="Prompt"/>
                <a:cs typeface="Prompt"/>
              </a:rPr>
              <a:t>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Cross-system process arc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ส่งมอบ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ปิดวงจร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+ ชั่งเข้า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อนุมัติ 103 แล้วเปิดบัตร TruckScale เดิม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 + Coupon + 116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ผูก I/K/C/D และ Move Bill กับสินค้า/รถ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ชั่งออก + 203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ปิดบัตร กระทบยอด แล้ว Post J/N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E5B3003-2C54-13C6-9832-7637201064DE}" type="slidenum">
              <a:rPr>
                <a:latin typeface="Prompt"/>
                <a:ea typeface="Prompt"/>
                <a:cs typeface="Prompt"/>
              </a:rPr>
              <a:t>5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RACI ระดับส่งมอบ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 + Approver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สร้าง/อนุมัติ 103 และส่งเลขอ้างอิงที่ถูกต้อง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Warehouse + Scale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สร้าง 104/116 โหลด ชั่ง และปิดบัตรเดียวกัน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Accounting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ตรวจสาย I→I→C→J หรือ K→K→D→N ก่อน Post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 และ Approver คุม 103; Warehouse/Scale คุมรถและส่งมอบ; Accounting คุมการ Post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1593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ใช้หลายกุญแจประกอบ; plate หรือ Move Bill อย่างเดียวไม่พอ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8C630A04-5A25-9E0C-9436-126091DB86B3}" type="slidenum">
              <a:rPr>
                <a:latin typeface="Prompt"/>
                <a:ea typeface="Prompt"/>
                <a:cs typeface="Prompt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Gate ก่อนปล่อยรถและ Post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อนุมัติ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Pass condition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103/104/116 + sequence/one_num/movebill + สินค้า/น้ำหนัก เชื่อมกันได้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บัตร OPEN เดิม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104/Coupon ชุดถูก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116 / Move Bill ตรง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net และ 203 กระทบยอด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D3D7D1C8-AE23-AA48-DF65-C742588DBE47}" type="slidenum">
              <a:rPr>
                <a:latin typeface="Prompt"/>
                <a:ea typeface="Prompt"/>
                <a:cs typeface="Prompt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Exception ที่ข้ามระบบ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Unapproved 103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ห้ามออก 104/ส่งมอบ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Ambiguous ticket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ห้ามเดา; ใช้ sequence + หลักฐาน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Coupon / series gap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เปิด incident ก่อนรถออก/Post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Weight mismatch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กักรถ ชั่งซ้ำ และอนุมัติ deviation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Stop Work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ห้ามปล่อยรถหรือ Post เมื่อ key ใด key หนึ่งไม่ตรงหรือมีบัตรกำกวม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43A9ADA-DF5B-49CE-A61D-02C6EC6A5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Records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103/104/116/203 + sequence/one_num/movebill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F1EC019-9236-4360-BE4B-5D32DA28AF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BA58DA2A-B818-18A9-29C1-B697728D5BCE}" type="slidenum">
              <a:rPr>
                <a:latin typeface="Prompt"/>
                <a:ea typeface="Prompt"/>
                <a:cs typeface="Prompt"/>
              </a:rPr>
              <a:t>8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482A36-4295-4EDF-92B7-10B8028672B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KPI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Cross-system trace = 100%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รถออกไร้บัตรปิด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EEF18D69-8C66-4763-AE20-D3DABFD871F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Daily owner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Sales, Scale, Warehouse, Accounting ปิด exception ร่วมกัน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1C689AEC-3A0A-43F8-9CF6-892CE333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Reconciliation • KPI • Owner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954C99E0-BCF4-4C82-930A-4D636C7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774C276-3732-49E8-9CF9-A9A501E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8251B32B-E166-4046-91CB-DB8F3CC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943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หนึ่งการส่งมอบ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หนึ่งสายหลักฐาน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4602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ทดสอบย้อนจาก 203 ถึง 103 และบัตรชั่ง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ทบทวน sequence เมื่อหน้างานเปลี่ยน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ad25245984667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2026-08-25T17:06:07.4390000Z</dcterms:created>
  <dcterms:modified xsi:type="dcterms:W3CDTF">2026-08-25T17:06:07.4390000Z</dcterms:modified>
</coreProperties>
</file>